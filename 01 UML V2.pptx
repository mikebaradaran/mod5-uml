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 id="2147483648" r:id="rId2"/>
  </p:sldMasterIdLst>
  <p:notesMasterIdLst>
    <p:notesMasterId r:id="rId36"/>
  </p:notesMasterIdLst>
  <p:sldIdLst>
    <p:sldId id="256" r:id="rId3"/>
    <p:sldId id="258" r:id="rId4"/>
    <p:sldId id="259" r:id="rId5"/>
    <p:sldId id="1085" r:id="rId6"/>
    <p:sldId id="260" r:id="rId7"/>
    <p:sldId id="263" r:id="rId8"/>
    <p:sldId id="264" r:id="rId9"/>
    <p:sldId id="1080" r:id="rId10"/>
    <p:sldId id="1081" r:id="rId11"/>
    <p:sldId id="1082" r:id="rId12"/>
    <p:sldId id="1083" r:id="rId13"/>
    <p:sldId id="1055" r:id="rId14"/>
    <p:sldId id="261" r:id="rId15"/>
    <p:sldId id="262" r:id="rId16"/>
    <p:sldId id="709" r:id="rId17"/>
    <p:sldId id="711" r:id="rId18"/>
    <p:sldId id="712" r:id="rId19"/>
    <p:sldId id="713" r:id="rId20"/>
    <p:sldId id="730" r:id="rId21"/>
    <p:sldId id="645" r:id="rId22"/>
    <p:sldId id="650" r:id="rId23"/>
    <p:sldId id="651" r:id="rId24"/>
    <p:sldId id="654" r:id="rId25"/>
    <p:sldId id="710" r:id="rId26"/>
    <p:sldId id="655" r:id="rId27"/>
    <p:sldId id="656" r:id="rId28"/>
    <p:sldId id="1075" r:id="rId29"/>
    <p:sldId id="1076" r:id="rId30"/>
    <p:sldId id="1077" r:id="rId31"/>
    <p:sldId id="1078" r:id="rId32"/>
    <p:sldId id="1079" r:id="rId33"/>
    <p:sldId id="266" r:id="rId34"/>
    <p:sldId id="265" r:id="rId3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4" d="100"/>
          <a:sy n="74" d="100"/>
        </p:scale>
        <p:origin x="1013" y="58"/>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heme" Target="theme/theme1.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8" Type="http://schemas.openxmlformats.org/officeDocument/2006/relationships/slide" Target="slides/slide6.xml"/><Relationship Id="rId3" Type="http://schemas.openxmlformats.org/officeDocument/2006/relationships/slide" Target="slides/slide1.xml"/></Relationships>
</file>

<file path=ppt/diagrams/_rels/data1.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svg"/><Relationship Id="rId1" Type="http://schemas.openxmlformats.org/officeDocument/2006/relationships/image" Target="../media/image9.svg"/></Relationships>
</file>

<file path=ppt/diagrams/_rels/data2.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svg"/><Relationship Id="rId1" Type="http://schemas.openxmlformats.org/officeDocument/2006/relationships/image" Target="../media/image12.svg"/></Relationships>
</file>

<file path=ppt/diagrams/_rels/data5.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svg"/><Relationship Id="rId1" Type="http://schemas.openxmlformats.org/officeDocument/2006/relationships/image" Target="../media/image15.svg"/></Relationships>
</file>

<file path=ppt/diagrams/_rels/data6.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svg"/><Relationship Id="rId1" Type="http://schemas.openxmlformats.org/officeDocument/2006/relationships/image" Target="../media/image18.svg"/><Relationship Id="rId4" Type="http://schemas.openxmlformats.org/officeDocument/2006/relationships/image" Target="../media/image21.svg"/></Relationships>
</file>

<file path=ppt/diagrams/_rels/data7.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svg"/><Relationship Id="rId1" Type="http://schemas.openxmlformats.org/officeDocument/2006/relationships/image" Target="../media/image18.svg"/><Relationship Id="rId4" Type="http://schemas.openxmlformats.org/officeDocument/2006/relationships/image" Target="../media/image22.svg"/></Relationships>
</file>

<file path=ppt/diagrams/_rels/data8.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7.svg"/><Relationship Id="rId1" Type="http://schemas.openxmlformats.org/officeDocument/2006/relationships/image" Target="../media/image26.svg"/><Relationship Id="rId4" Type="http://schemas.openxmlformats.org/officeDocument/2006/relationships/image" Target="../media/image29.svg"/></Relationships>
</file>

<file path=ppt/diagrams/_rels/data11.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56.svg"/><Relationship Id="rId1" Type="http://schemas.openxmlformats.org/officeDocument/2006/relationships/image" Target="../media/image55.svg"/><Relationship Id="rId5" Type="http://schemas.openxmlformats.org/officeDocument/2006/relationships/image" Target="../media/image58.svg"/><Relationship Id="rId4" Type="http://schemas.openxmlformats.org/officeDocument/2006/relationships/image" Target="../media/image57.svg"/></Relationships>
</file>

<file path=ppt/diagrams/_rels/drawing1.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svg"/><Relationship Id="rId1" Type="http://schemas.openxmlformats.org/officeDocument/2006/relationships/image" Target="../media/image9.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svg"/><Relationship Id="rId1" Type="http://schemas.openxmlformats.org/officeDocument/2006/relationships/image" Target="../media/image12.svg"/></Relationships>
</file>

<file path=ppt/diagrams/_rels/drawing5.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svg"/><Relationship Id="rId1" Type="http://schemas.openxmlformats.org/officeDocument/2006/relationships/image" Target="../media/image15.svg"/></Relationships>
</file>

<file path=ppt/diagrams/_rels/drawing6.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svg"/><Relationship Id="rId1" Type="http://schemas.openxmlformats.org/officeDocument/2006/relationships/image" Target="../media/image18.svg"/><Relationship Id="rId4" Type="http://schemas.openxmlformats.org/officeDocument/2006/relationships/image" Target="../media/image21.svg"/></Relationships>
</file>

<file path=ppt/diagrams/_rels/drawing7.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svg"/><Relationship Id="rId1" Type="http://schemas.openxmlformats.org/officeDocument/2006/relationships/image" Target="../media/image18.svg"/><Relationship Id="rId4" Type="http://schemas.openxmlformats.org/officeDocument/2006/relationships/image" Target="../media/image22.svg"/></Relationships>
</file>

<file path=ppt/diagrams/_rels/drawing8.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7.svg"/><Relationship Id="rId1" Type="http://schemas.openxmlformats.org/officeDocument/2006/relationships/image" Target="../media/image26.svg"/><Relationship Id="rId4" Type="http://schemas.openxmlformats.org/officeDocument/2006/relationships/image" Target="../media/image29.svg"/></Relationships>
</file>

<file path=ppt/diagrams/_rels/drawing11.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56.svg"/><Relationship Id="rId1" Type="http://schemas.openxmlformats.org/officeDocument/2006/relationships/image" Target="../media/image55.svg"/><Relationship Id="rId5" Type="http://schemas.openxmlformats.org/officeDocument/2006/relationships/image" Target="../media/image58.svg"/><Relationship Id="rId4" Type="http://schemas.openxmlformats.org/officeDocument/2006/relationships/image" Target="../media/image57.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24C0C39-1F48-49CC-8191-10CA31442FAB}"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2B51FCB4-AF1F-4F40-86FE-DFC3D689E463}">
      <dgm:prSet/>
      <dgm:spPr/>
      <dgm:t>
        <a:bodyPr/>
        <a:lstStyle/>
        <a:p>
          <a:r>
            <a:rPr lang="en-US" dirty="0"/>
            <a:t>Unified Modeling Language (UML) is a standard way to </a:t>
          </a:r>
          <a:r>
            <a:rPr lang="en-GB" noProof="0" dirty="0"/>
            <a:t>visualise</a:t>
          </a:r>
          <a:r>
            <a:rPr lang="en-US" dirty="0"/>
            <a:t> software design.</a:t>
          </a:r>
        </a:p>
      </dgm:t>
    </dgm:pt>
    <dgm:pt modelId="{38E5FCBB-0AD3-4172-B6D2-DB42FACE4443}" type="parTrans" cxnId="{03C01E84-701E-4CC8-A9A3-A525911ACD1F}">
      <dgm:prSet/>
      <dgm:spPr/>
      <dgm:t>
        <a:bodyPr/>
        <a:lstStyle/>
        <a:p>
          <a:endParaRPr lang="en-US"/>
        </a:p>
      </dgm:t>
    </dgm:pt>
    <dgm:pt modelId="{51F140CE-FA52-422B-823E-2108183BA043}" type="sibTrans" cxnId="{03C01E84-701E-4CC8-A9A3-A525911ACD1F}">
      <dgm:prSet/>
      <dgm:spPr/>
      <dgm:t>
        <a:bodyPr/>
        <a:lstStyle/>
        <a:p>
          <a:endParaRPr lang="en-US"/>
        </a:p>
      </dgm:t>
    </dgm:pt>
    <dgm:pt modelId="{9A437B64-D08D-4EC0-AA28-9AE52439CCB0}">
      <dgm:prSet/>
      <dgm:spPr/>
      <dgm:t>
        <a:bodyPr/>
        <a:lstStyle/>
        <a:p>
          <a:r>
            <a:rPr lang="en-US" dirty="0"/>
            <a:t>Helps communicate structure and behavior of systems.</a:t>
          </a:r>
        </a:p>
      </dgm:t>
    </dgm:pt>
    <dgm:pt modelId="{C9AC8CA6-F608-4FEF-84EB-314C4681A7DB}" type="parTrans" cxnId="{B61579CB-BB1C-4609-A3AD-350B5B9AC090}">
      <dgm:prSet/>
      <dgm:spPr/>
      <dgm:t>
        <a:bodyPr/>
        <a:lstStyle/>
        <a:p>
          <a:endParaRPr lang="en-US"/>
        </a:p>
      </dgm:t>
    </dgm:pt>
    <dgm:pt modelId="{BEADE2F5-A4EB-4762-897B-845208C05ABE}" type="sibTrans" cxnId="{B61579CB-BB1C-4609-A3AD-350B5B9AC090}">
      <dgm:prSet/>
      <dgm:spPr/>
      <dgm:t>
        <a:bodyPr/>
        <a:lstStyle/>
        <a:p>
          <a:endParaRPr lang="en-US"/>
        </a:p>
      </dgm:t>
    </dgm:pt>
    <dgm:pt modelId="{64048D2C-255F-4459-BDAA-64338B5EBC47}">
      <dgm:prSet/>
      <dgm:spPr/>
      <dgm:t>
        <a:bodyPr/>
        <a:lstStyle/>
        <a:p>
          <a:r>
            <a:rPr lang="en-US"/>
            <a:t>Used throughout the software development lifecycle.</a:t>
          </a:r>
        </a:p>
      </dgm:t>
    </dgm:pt>
    <dgm:pt modelId="{262CFCF5-D154-4B3D-AC5E-CBDEFA9823BC}" type="parTrans" cxnId="{4D39BA44-6568-46EC-BB32-FE55178B5865}">
      <dgm:prSet/>
      <dgm:spPr/>
      <dgm:t>
        <a:bodyPr/>
        <a:lstStyle/>
        <a:p>
          <a:endParaRPr lang="en-US"/>
        </a:p>
      </dgm:t>
    </dgm:pt>
    <dgm:pt modelId="{7C2B4E36-8426-4590-A511-77CCE9297842}" type="sibTrans" cxnId="{4D39BA44-6568-46EC-BB32-FE55178B5865}">
      <dgm:prSet/>
      <dgm:spPr/>
      <dgm:t>
        <a:bodyPr/>
        <a:lstStyle/>
        <a:p>
          <a:endParaRPr lang="en-US"/>
        </a:p>
      </dgm:t>
    </dgm:pt>
    <dgm:pt modelId="{6AA6EED0-6743-4C89-A5B5-40BF1F2E514C}" type="pres">
      <dgm:prSet presAssocID="{C24C0C39-1F48-49CC-8191-10CA31442FAB}" presName="root" presStyleCnt="0">
        <dgm:presLayoutVars>
          <dgm:dir/>
          <dgm:resizeHandles val="exact"/>
        </dgm:presLayoutVars>
      </dgm:prSet>
      <dgm:spPr/>
    </dgm:pt>
    <dgm:pt modelId="{BEDC04CE-C6DB-4731-9347-B6CCAF6A3896}" type="pres">
      <dgm:prSet presAssocID="{2B51FCB4-AF1F-4F40-86FE-DFC3D689E463}" presName="compNode" presStyleCnt="0"/>
      <dgm:spPr/>
    </dgm:pt>
    <dgm:pt modelId="{ACF3E983-4B91-4623-B539-D8A05A65F085}" type="pres">
      <dgm:prSet presAssocID="{2B51FCB4-AF1F-4F40-86FE-DFC3D689E463}" presName="bgRect" presStyleLbl="bgShp" presStyleIdx="0" presStyleCnt="3"/>
      <dgm:spPr/>
    </dgm:pt>
    <dgm:pt modelId="{FDA4F068-3075-4ADC-8E5A-E159D0241252}" type="pres">
      <dgm:prSet presAssocID="{2B51FCB4-AF1F-4F40-86FE-DFC3D689E463}"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Flowchart"/>
        </a:ext>
      </dgm:extLst>
    </dgm:pt>
    <dgm:pt modelId="{DFBDE897-29EA-4D33-8F86-FF3EC66A415F}" type="pres">
      <dgm:prSet presAssocID="{2B51FCB4-AF1F-4F40-86FE-DFC3D689E463}" presName="spaceRect" presStyleCnt="0"/>
      <dgm:spPr/>
    </dgm:pt>
    <dgm:pt modelId="{7538E4F1-5BD3-49EE-AD8A-D38B625ADB37}" type="pres">
      <dgm:prSet presAssocID="{2B51FCB4-AF1F-4F40-86FE-DFC3D689E463}" presName="parTx" presStyleLbl="revTx" presStyleIdx="0" presStyleCnt="3">
        <dgm:presLayoutVars>
          <dgm:chMax val="0"/>
          <dgm:chPref val="0"/>
        </dgm:presLayoutVars>
      </dgm:prSet>
      <dgm:spPr/>
    </dgm:pt>
    <dgm:pt modelId="{36F444E0-268E-4581-881E-7A138BABC90C}" type="pres">
      <dgm:prSet presAssocID="{51F140CE-FA52-422B-823E-2108183BA043}" presName="sibTrans" presStyleCnt="0"/>
      <dgm:spPr/>
    </dgm:pt>
    <dgm:pt modelId="{E6A5D0CC-E48D-46E6-AFA4-8EA1EBE4C488}" type="pres">
      <dgm:prSet presAssocID="{9A437B64-D08D-4EC0-AA28-9AE52439CCB0}" presName="compNode" presStyleCnt="0"/>
      <dgm:spPr/>
    </dgm:pt>
    <dgm:pt modelId="{34CB2926-71B6-4F66-8997-303C56ACA126}" type="pres">
      <dgm:prSet presAssocID="{9A437B64-D08D-4EC0-AA28-9AE52439CCB0}" presName="bgRect" presStyleLbl="bgShp" presStyleIdx="1" presStyleCnt="3"/>
      <dgm:spPr/>
    </dgm:pt>
    <dgm:pt modelId="{52E70EFE-48C8-446C-945E-549A546307B1}" type="pres">
      <dgm:prSet presAssocID="{9A437B64-D08D-4EC0-AA28-9AE52439CCB0}"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ocial Network"/>
        </a:ext>
      </dgm:extLst>
    </dgm:pt>
    <dgm:pt modelId="{9302CB3A-8E0E-4FEC-BCD8-828EA9C69849}" type="pres">
      <dgm:prSet presAssocID="{9A437B64-D08D-4EC0-AA28-9AE52439CCB0}" presName="spaceRect" presStyleCnt="0"/>
      <dgm:spPr/>
    </dgm:pt>
    <dgm:pt modelId="{7706F160-F6D6-41AC-BC87-DD7D9F4C1142}" type="pres">
      <dgm:prSet presAssocID="{9A437B64-D08D-4EC0-AA28-9AE52439CCB0}" presName="parTx" presStyleLbl="revTx" presStyleIdx="1" presStyleCnt="3">
        <dgm:presLayoutVars>
          <dgm:chMax val="0"/>
          <dgm:chPref val="0"/>
        </dgm:presLayoutVars>
      </dgm:prSet>
      <dgm:spPr/>
    </dgm:pt>
    <dgm:pt modelId="{E8D8CAC3-C510-443A-BEC5-FAD4F6A2F9DB}" type="pres">
      <dgm:prSet presAssocID="{BEADE2F5-A4EB-4762-897B-845208C05ABE}" presName="sibTrans" presStyleCnt="0"/>
      <dgm:spPr/>
    </dgm:pt>
    <dgm:pt modelId="{03D2C1A8-7A58-4DE6-B1B1-BF51A01AF11D}" type="pres">
      <dgm:prSet presAssocID="{64048D2C-255F-4459-BDAA-64338B5EBC47}" presName="compNode" presStyleCnt="0"/>
      <dgm:spPr/>
    </dgm:pt>
    <dgm:pt modelId="{FD0869C1-A9EE-48D6-A5EC-031879CEC272}" type="pres">
      <dgm:prSet presAssocID="{64048D2C-255F-4459-BDAA-64338B5EBC47}" presName="bgRect" presStyleLbl="bgShp" presStyleIdx="2" presStyleCnt="3"/>
      <dgm:spPr/>
    </dgm:pt>
    <dgm:pt modelId="{E8434114-8195-416D-9584-E9618767B8B0}" type="pres">
      <dgm:prSet presAssocID="{64048D2C-255F-4459-BDAA-64338B5EBC47}"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Arrow Circle"/>
        </a:ext>
      </dgm:extLst>
    </dgm:pt>
    <dgm:pt modelId="{964DA076-320B-406A-8CD3-36B68F5DDB7A}" type="pres">
      <dgm:prSet presAssocID="{64048D2C-255F-4459-BDAA-64338B5EBC47}" presName="spaceRect" presStyleCnt="0"/>
      <dgm:spPr/>
    </dgm:pt>
    <dgm:pt modelId="{E48259D0-F6E4-4FEF-9653-AD7AC3612215}" type="pres">
      <dgm:prSet presAssocID="{64048D2C-255F-4459-BDAA-64338B5EBC47}" presName="parTx" presStyleLbl="revTx" presStyleIdx="2" presStyleCnt="3">
        <dgm:presLayoutVars>
          <dgm:chMax val="0"/>
          <dgm:chPref val="0"/>
        </dgm:presLayoutVars>
      </dgm:prSet>
      <dgm:spPr/>
    </dgm:pt>
  </dgm:ptLst>
  <dgm:cxnLst>
    <dgm:cxn modelId="{4D39BA44-6568-46EC-BB32-FE55178B5865}" srcId="{C24C0C39-1F48-49CC-8191-10CA31442FAB}" destId="{64048D2C-255F-4459-BDAA-64338B5EBC47}" srcOrd="2" destOrd="0" parTransId="{262CFCF5-D154-4B3D-AC5E-CBDEFA9823BC}" sibTransId="{7C2B4E36-8426-4590-A511-77CCE9297842}"/>
    <dgm:cxn modelId="{DDEE9D52-78B1-46CA-A2D6-357EDAC03117}" type="presOf" srcId="{C24C0C39-1F48-49CC-8191-10CA31442FAB}" destId="{6AA6EED0-6743-4C89-A5B5-40BF1F2E514C}" srcOrd="0" destOrd="0" presId="urn:microsoft.com/office/officeart/2018/2/layout/IconVerticalSolidList"/>
    <dgm:cxn modelId="{03C01E84-701E-4CC8-A9A3-A525911ACD1F}" srcId="{C24C0C39-1F48-49CC-8191-10CA31442FAB}" destId="{2B51FCB4-AF1F-4F40-86FE-DFC3D689E463}" srcOrd="0" destOrd="0" parTransId="{38E5FCBB-0AD3-4172-B6D2-DB42FACE4443}" sibTransId="{51F140CE-FA52-422B-823E-2108183BA043}"/>
    <dgm:cxn modelId="{C0982B8B-901E-45A2-ABAB-AB13BBB34A59}" type="presOf" srcId="{9A437B64-D08D-4EC0-AA28-9AE52439CCB0}" destId="{7706F160-F6D6-41AC-BC87-DD7D9F4C1142}" srcOrd="0" destOrd="0" presId="urn:microsoft.com/office/officeart/2018/2/layout/IconVerticalSolidList"/>
    <dgm:cxn modelId="{2C5E879D-D489-4C1C-AEF9-332F42F1CB18}" type="presOf" srcId="{2B51FCB4-AF1F-4F40-86FE-DFC3D689E463}" destId="{7538E4F1-5BD3-49EE-AD8A-D38B625ADB37}" srcOrd="0" destOrd="0" presId="urn:microsoft.com/office/officeart/2018/2/layout/IconVerticalSolidList"/>
    <dgm:cxn modelId="{B61579CB-BB1C-4609-A3AD-350B5B9AC090}" srcId="{C24C0C39-1F48-49CC-8191-10CA31442FAB}" destId="{9A437B64-D08D-4EC0-AA28-9AE52439CCB0}" srcOrd="1" destOrd="0" parTransId="{C9AC8CA6-F608-4FEF-84EB-314C4681A7DB}" sibTransId="{BEADE2F5-A4EB-4762-897B-845208C05ABE}"/>
    <dgm:cxn modelId="{A4CC78CC-D171-4D86-AA5E-E20601E510A8}" type="presOf" srcId="{64048D2C-255F-4459-BDAA-64338B5EBC47}" destId="{E48259D0-F6E4-4FEF-9653-AD7AC3612215}" srcOrd="0" destOrd="0" presId="urn:microsoft.com/office/officeart/2018/2/layout/IconVerticalSolidList"/>
    <dgm:cxn modelId="{2418DC4A-8C1C-47C2-B263-CC799A4054EF}" type="presParOf" srcId="{6AA6EED0-6743-4C89-A5B5-40BF1F2E514C}" destId="{BEDC04CE-C6DB-4731-9347-B6CCAF6A3896}" srcOrd="0" destOrd="0" presId="urn:microsoft.com/office/officeart/2018/2/layout/IconVerticalSolidList"/>
    <dgm:cxn modelId="{DAF7386F-E207-43A2-8DAC-0892CEED1D48}" type="presParOf" srcId="{BEDC04CE-C6DB-4731-9347-B6CCAF6A3896}" destId="{ACF3E983-4B91-4623-B539-D8A05A65F085}" srcOrd="0" destOrd="0" presId="urn:microsoft.com/office/officeart/2018/2/layout/IconVerticalSolidList"/>
    <dgm:cxn modelId="{A941E8F4-0AF7-4D5B-9E83-36BBC7D5D5D7}" type="presParOf" srcId="{BEDC04CE-C6DB-4731-9347-B6CCAF6A3896}" destId="{FDA4F068-3075-4ADC-8E5A-E159D0241252}" srcOrd="1" destOrd="0" presId="urn:microsoft.com/office/officeart/2018/2/layout/IconVerticalSolidList"/>
    <dgm:cxn modelId="{A7F8A0C1-DC33-4EDD-90C0-D97709145F72}" type="presParOf" srcId="{BEDC04CE-C6DB-4731-9347-B6CCAF6A3896}" destId="{DFBDE897-29EA-4D33-8F86-FF3EC66A415F}" srcOrd="2" destOrd="0" presId="urn:microsoft.com/office/officeart/2018/2/layout/IconVerticalSolidList"/>
    <dgm:cxn modelId="{4B348333-F92E-41FD-BC4D-B93DAA6B3DDF}" type="presParOf" srcId="{BEDC04CE-C6DB-4731-9347-B6CCAF6A3896}" destId="{7538E4F1-5BD3-49EE-AD8A-D38B625ADB37}" srcOrd="3" destOrd="0" presId="urn:microsoft.com/office/officeart/2018/2/layout/IconVerticalSolidList"/>
    <dgm:cxn modelId="{301C558D-69CF-476E-951A-9B94BA611E02}" type="presParOf" srcId="{6AA6EED0-6743-4C89-A5B5-40BF1F2E514C}" destId="{36F444E0-268E-4581-881E-7A138BABC90C}" srcOrd="1" destOrd="0" presId="urn:microsoft.com/office/officeart/2018/2/layout/IconVerticalSolidList"/>
    <dgm:cxn modelId="{12AF4619-9D2E-4958-9848-2985F10CA023}" type="presParOf" srcId="{6AA6EED0-6743-4C89-A5B5-40BF1F2E514C}" destId="{E6A5D0CC-E48D-46E6-AFA4-8EA1EBE4C488}" srcOrd="2" destOrd="0" presId="urn:microsoft.com/office/officeart/2018/2/layout/IconVerticalSolidList"/>
    <dgm:cxn modelId="{2A5D586F-911C-49AC-9F2E-CD132EB1ED3A}" type="presParOf" srcId="{E6A5D0CC-E48D-46E6-AFA4-8EA1EBE4C488}" destId="{34CB2926-71B6-4F66-8997-303C56ACA126}" srcOrd="0" destOrd="0" presId="urn:microsoft.com/office/officeart/2018/2/layout/IconVerticalSolidList"/>
    <dgm:cxn modelId="{52806A4D-A2CD-4E12-8018-52169FB05095}" type="presParOf" srcId="{E6A5D0CC-E48D-46E6-AFA4-8EA1EBE4C488}" destId="{52E70EFE-48C8-446C-945E-549A546307B1}" srcOrd="1" destOrd="0" presId="urn:microsoft.com/office/officeart/2018/2/layout/IconVerticalSolidList"/>
    <dgm:cxn modelId="{FDA75357-265D-4D21-97C7-B662A1CE530A}" type="presParOf" srcId="{E6A5D0CC-E48D-46E6-AFA4-8EA1EBE4C488}" destId="{9302CB3A-8E0E-4FEC-BCD8-828EA9C69849}" srcOrd="2" destOrd="0" presId="urn:microsoft.com/office/officeart/2018/2/layout/IconVerticalSolidList"/>
    <dgm:cxn modelId="{7D7B46BA-41FF-426D-8FEA-946FBD4EFE02}" type="presParOf" srcId="{E6A5D0CC-E48D-46E6-AFA4-8EA1EBE4C488}" destId="{7706F160-F6D6-41AC-BC87-DD7D9F4C1142}" srcOrd="3" destOrd="0" presId="urn:microsoft.com/office/officeart/2018/2/layout/IconVerticalSolidList"/>
    <dgm:cxn modelId="{1BE2B426-A602-4798-B0DF-0901611F6D17}" type="presParOf" srcId="{6AA6EED0-6743-4C89-A5B5-40BF1F2E514C}" destId="{E8D8CAC3-C510-443A-BEC5-FAD4F6A2F9DB}" srcOrd="3" destOrd="0" presId="urn:microsoft.com/office/officeart/2018/2/layout/IconVerticalSolidList"/>
    <dgm:cxn modelId="{68A991B8-8A6F-445E-A89C-FE19DCBE5BFF}" type="presParOf" srcId="{6AA6EED0-6743-4C89-A5B5-40BF1F2E514C}" destId="{03D2C1A8-7A58-4DE6-B1B1-BF51A01AF11D}" srcOrd="4" destOrd="0" presId="urn:microsoft.com/office/officeart/2018/2/layout/IconVerticalSolidList"/>
    <dgm:cxn modelId="{BA619AA5-780A-4334-BDB5-41D04A1DF3CF}" type="presParOf" srcId="{03D2C1A8-7A58-4DE6-B1B1-BF51A01AF11D}" destId="{FD0869C1-A9EE-48D6-A5EC-031879CEC272}" srcOrd="0" destOrd="0" presId="urn:microsoft.com/office/officeart/2018/2/layout/IconVerticalSolidList"/>
    <dgm:cxn modelId="{7A2B7E39-6C78-47F4-A179-350AB962FCD6}" type="presParOf" srcId="{03D2C1A8-7A58-4DE6-B1B1-BF51A01AF11D}" destId="{E8434114-8195-416D-9584-E9618767B8B0}" srcOrd="1" destOrd="0" presId="urn:microsoft.com/office/officeart/2018/2/layout/IconVerticalSolidList"/>
    <dgm:cxn modelId="{2783EA3F-2DCA-46AF-9E94-6407B19F36BB}" type="presParOf" srcId="{03D2C1A8-7A58-4DE6-B1B1-BF51A01AF11D}" destId="{964DA076-320B-406A-8CD3-36B68F5DDB7A}" srcOrd="2" destOrd="0" presId="urn:microsoft.com/office/officeart/2018/2/layout/IconVerticalSolidList"/>
    <dgm:cxn modelId="{8FF51825-02E1-482F-903A-7AC657ADA982}" type="presParOf" srcId="{03D2C1A8-7A58-4DE6-B1B1-BF51A01AF11D}" destId="{E48259D0-F6E4-4FEF-9653-AD7AC3612215}"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35B63E2-85FE-488F-920E-05FFF03412AC}"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785A66CC-4717-4AA3-A675-446D4B849F37}">
      <dgm:prSet/>
      <dgm:spPr/>
      <dgm:t>
        <a:bodyPr/>
        <a:lstStyle/>
        <a:p>
          <a:r>
            <a:rPr lang="en-US"/>
            <a:t>Show interactions between users (actors) and the system.</a:t>
          </a:r>
        </a:p>
      </dgm:t>
    </dgm:pt>
    <dgm:pt modelId="{D0616BE6-9697-49CA-8032-5FC07B3FB7A2}" type="parTrans" cxnId="{34509DE5-C4A7-472B-B365-8C2499BD33C0}">
      <dgm:prSet/>
      <dgm:spPr/>
      <dgm:t>
        <a:bodyPr/>
        <a:lstStyle/>
        <a:p>
          <a:endParaRPr lang="en-US"/>
        </a:p>
      </dgm:t>
    </dgm:pt>
    <dgm:pt modelId="{46E48A7A-16BA-43B5-85E2-1E1643E821B4}" type="sibTrans" cxnId="{34509DE5-C4A7-472B-B365-8C2499BD33C0}">
      <dgm:prSet/>
      <dgm:spPr/>
      <dgm:t>
        <a:bodyPr/>
        <a:lstStyle/>
        <a:p>
          <a:endParaRPr lang="en-US"/>
        </a:p>
      </dgm:t>
    </dgm:pt>
    <dgm:pt modelId="{CC3DD5B0-E333-47B4-93CF-750A601E31AC}">
      <dgm:prSet/>
      <dgm:spPr/>
      <dgm:t>
        <a:bodyPr/>
        <a:lstStyle/>
        <a:p>
          <a:r>
            <a:rPr lang="en-US"/>
            <a:t>Highlight system functionality from the user's perspective.</a:t>
          </a:r>
        </a:p>
      </dgm:t>
    </dgm:pt>
    <dgm:pt modelId="{EFB6A5CB-4B06-4989-8137-25C5D379130E}" type="parTrans" cxnId="{3C4461F2-EE32-4CE7-A814-859534ECA820}">
      <dgm:prSet/>
      <dgm:spPr/>
      <dgm:t>
        <a:bodyPr/>
        <a:lstStyle/>
        <a:p>
          <a:endParaRPr lang="en-US"/>
        </a:p>
      </dgm:t>
    </dgm:pt>
    <dgm:pt modelId="{3431899A-2C8E-47FD-85FF-E14475285174}" type="sibTrans" cxnId="{3C4461F2-EE32-4CE7-A814-859534ECA820}">
      <dgm:prSet/>
      <dgm:spPr/>
      <dgm:t>
        <a:bodyPr/>
        <a:lstStyle/>
        <a:p>
          <a:endParaRPr lang="en-US"/>
        </a:p>
      </dgm:t>
    </dgm:pt>
    <dgm:pt modelId="{6BACE4E6-DB5A-4A33-A0DE-48DAC4B7D0DF}">
      <dgm:prSet/>
      <dgm:spPr/>
      <dgm:t>
        <a:bodyPr/>
        <a:lstStyle/>
        <a:p>
          <a:r>
            <a:rPr lang="en-US"/>
            <a:t>Elements: actors, use cases, system boundary, relationships.</a:t>
          </a:r>
        </a:p>
      </dgm:t>
    </dgm:pt>
    <dgm:pt modelId="{E107C4B8-A078-467B-869A-B89CD669936A}" type="parTrans" cxnId="{E28302E4-B53B-42D2-B338-75377B9B4BAA}">
      <dgm:prSet/>
      <dgm:spPr/>
      <dgm:t>
        <a:bodyPr/>
        <a:lstStyle/>
        <a:p>
          <a:endParaRPr lang="en-US"/>
        </a:p>
      </dgm:t>
    </dgm:pt>
    <dgm:pt modelId="{BAD6197F-4BC2-4387-A78C-AF4B57BCE996}" type="sibTrans" cxnId="{E28302E4-B53B-42D2-B338-75377B9B4BAA}">
      <dgm:prSet/>
      <dgm:spPr/>
      <dgm:t>
        <a:bodyPr/>
        <a:lstStyle/>
        <a:p>
          <a:endParaRPr lang="en-US"/>
        </a:p>
      </dgm:t>
    </dgm:pt>
    <dgm:pt modelId="{801AE303-10C6-408B-B0AC-1012B4CF7D8C}" type="pres">
      <dgm:prSet presAssocID="{B35B63E2-85FE-488F-920E-05FFF03412AC}" presName="root" presStyleCnt="0">
        <dgm:presLayoutVars>
          <dgm:dir/>
          <dgm:resizeHandles val="exact"/>
        </dgm:presLayoutVars>
      </dgm:prSet>
      <dgm:spPr/>
    </dgm:pt>
    <dgm:pt modelId="{E7AADC78-8391-4AFD-AAFB-E9230AF66807}" type="pres">
      <dgm:prSet presAssocID="{785A66CC-4717-4AA3-A675-446D4B849F37}" presName="compNode" presStyleCnt="0"/>
      <dgm:spPr/>
    </dgm:pt>
    <dgm:pt modelId="{EC1B4D7F-E818-4237-808F-87D96EE8FB00}" type="pres">
      <dgm:prSet presAssocID="{785A66CC-4717-4AA3-A675-446D4B849F37}" presName="bgRect" presStyleLbl="bgShp" presStyleIdx="0" presStyleCnt="3"/>
      <dgm:spPr/>
    </dgm:pt>
    <dgm:pt modelId="{6B4038D3-2C8B-4357-B4B4-F17C340C3E7D}" type="pres">
      <dgm:prSet presAssocID="{785A66CC-4717-4AA3-A675-446D4B849F37}"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Customer Review"/>
        </a:ext>
      </dgm:extLst>
    </dgm:pt>
    <dgm:pt modelId="{6EB5C24A-B824-4F68-B8D5-FECC275B8440}" type="pres">
      <dgm:prSet presAssocID="{785A66CC-4717-4AA3-A675-446D4B849F37}" presName="spaceRect" presStyleCnt="0"/>
      <dgm:spPr/>
    </dgm:pt>
    <dgm:pt modelId="{411558C0-817A-49E4-AFF4-C98BEAEF1B40}" type="pres">
      <dgm:prSet presAssocID="{785A66CC-4717-4AA3-A675-446D4B849F37}" presName="parTx" presStyleLbl="revTx" presStyleIdx="0" presStyleCnt="3">
        <dgm:presLayoutVars>
          <dgm:chMax val="0"/>
          <dgm:chPref val="0"/>
        </dgm:presLayoutVars>
      </dgm:prSet>
      <dgm:spPr/>
    </dgm:pt>
    <dgm:pt modelId="{F285F689-9BA6-45E0-8719-73BCEC88A624}" type="pres">
      <dgm:prSet presAssocID="{46E48A7A-16BA-43B5-85E2-1E1643E821B4}" presName="sibTrans" presStyleCnt="0"/>
      <dgm:spPr/>
    </dgm:pt>
    <dgm:pt modelId="{0E021B1A-9A4B-42CB-A8AD-0BCBE832EF25}" type="pres">
      <dgm:prSet presAssocID="{CC3DD5B0-E333-47B4-93CF-750A601E31AC}" presName="compNode" presStyleCnt="0"/>
      <dgm:spPr/>
    </dgm:pt>
    <dgm:pt modelId="{12BA45E1-8573-4D3B-9450-92A09F81F884}" type="pres">
      <dgm:prSet presAssocID="{CC3DD5B0-E333-47B4-93CF-750A601E31AC}" presName="bgRect" presStyleLbl="bgShp" presStyleIdx="1" presStyleCnt="3"/>
      <dgm:spPr/>
    </dgm:pt>
    <dgm:pt modelId="{6F0877E9-F60E-4B51-8717-4E1B95DB4246}" type="pres">
      <dgm:prSet presAssocID="{CC3DD5B0-E333-47B4-93CF-750A601E31AC}"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Web Design"/>
        </a:ext>
      </dgm:extLst>
    </dgm:pt>
    <dgm:pt modelId="{211C8A9A-BBC2-4BED-86B2-F91806E0D0A0}" type="pres">
      <dgm:prSet presAssocID="{CC3DD5B0-E333-47B4-93CF-750A601E31AC}" presName="spaceRect" presStyleCnt="0"/>
      <dgm:spPr/>
    </dgm:pt>
    <dgm:pt modelId="{68E5BE83-00DA-478C-94B9-AA89B5C71F81}" type="pres">
      <dgm:prSet presAssocID="{CC3DD5B0-E333-47B4-93CF-750A601E31AC}" presName="parTx" presStyleLbl="revTx" presStyleIdx="1" presStyleCnt="3">
        <dgm:presLayoutVars>
          <dgm:chMax val="0"/>
          <dgm:chPref val="0"/>
        </dgm:presLayoutVars>
      </dgm:prSet>
      <dgm:spPr/>
    </dgm:pt>
    <dgm:pt modelId="{82373018-A533-4A4E-BA7E-E36071562F2F}" type="pres">
      <dgm:prSet presAssocID="{3431899A-2C8E-47FD-85FF-E14475285174}" presName="sibTrans" presStyleCnt="0"/>
      <dgm:spPr/>
    </dgm:pt>
    <dgm:pt modelId="{98A697B1-436D-4EF6-8053-AABF12F2A64A}" type="pres">
      <dgm:prSet presAssocID="{6BACE4E6-DB5A-4A33-A0DE-48DAC4B7D0DF}" presName="compNode" presStyleCnt="0"/>
      <dgm:spPr/>
    </dgm:pt>
    <dgm:pt modelId="{48739EBE-4398-4606-8489-233A6ED03C09}" type="pres">
      <dgm:prSet presAssocID="{6BACE4E6-DB5A-4A33-A0DE-48DAC4B7D0DF}" presName="bgRect" presStyleLbl="bgShp" presStyleIdx="2" presStyleCnt="3"/>
      <dgm:spPr/>
    </dgm:pt>
    <dgm:pt modelId="{A40F05E6-9B2C-43A7-87B1-1C8D3FC1E578}" type="pres">
      <dgm:prSet presAssocID="{6BACE4E6-DB5A-4A33-A0DE-48DAC4B7D0DF}"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Social Network"/>
        </a:ext>
      </dgm:extLst>
    </dgm:pt>
    <dgm:pt modelId="{DBB1D97B-4C1E-4DAA-BD88-F54595578C54}" type="pres">
      <dgm:prSet presAssocID="{6BACE4E6-DB5A-4A33-A0DE-48DAC4B7D0DF}" presName="spaceRect" presStyleCnt="0"/>
      <dgm:spPr/>
    </dgm:pt>
    <dgm:pt modelId="{93283593-C5F7-4F58-B577-226824B41A87}" type="pres">
      <dgm:prSet presAssocID="{6BACE4E6-DB5A-4A33-A0DE-48DAC4B7D0DF}" presName="parTx" presStyleLbl="revTx" presStyleIdx="2" presStyleCnt="3">
        <dgm:presLayoutVars>
          <dgm:chMax val="0"/>
          <dgm:chPref val="0"/>
        </dgm:presLayoutVars>
      </dgm:prSet>
      <dgm:spPr/>
    </dgm:pt>
  </dgm:ptLst>
  <dgm:cxnLst>
    <dgm:cxn modelId="{7FDB8546-8551-4395-8BBA-D625D4032D6B}" type="presOf" srcId="{B35B63E2-85FE-488F-920E-05FFF03412AC}" destId="{801AE303-10C6-408B-B0AC-1012B4CF7D8C}" srcOrd="0" destOrd="0" presId="urn:microsoft.com/office/officeart/2018/2/layout/IconVerticalSolidList"/>
    <dgm:cxn modelId="{D837A16B-AD65-4F3C-B96F-C068259BBD58}" type="presOf" srcId="{785A66CC-4717-4AA3-A675-446D4B849F37}" destId="{411558C0-817A-49E4-AFF4-C98BEAEF1B40}" srcOrd="0" destOrd="0" presId="urn:microsoft.com/office/officeart/2018/2/layout/IconVerticalSolidList"/>
    <dgm:cxn modelId="{BC6DB085-943A-43E6-B3C8-454B5F7DC698}" type="presOf" srcId="{6BACE4E6-DB5A-4A33-A0DE-48DAC4B7D0DF}" destId="{93283593-C5F7-4F58-B577-226824B41A87}" srcOrd="0" destOrd="0" presId="urn:microsoft.com/office/officeart/2018/2/layout/IconVerticalSolidList"/>
    <dgm:cxn modelId="{3BE2CBA8-1715-4912-B3F3-98EA857DDDF8}" type="presOf" srcId="{CC3DD5B0-E333-47B4-93CF-750A601E31AC}" destId="{68E5BE83-00DA-478C-94B9-AA89B5C71F81}" srcOrd="0" destOrd="0" presId="urn:microsoft.com/office/officeart/2018/2/layout/IconVerticalSolidList"/>
    <dgm:cxn modelId="{E28302E4-B53B-42D2-B338-75377B9B4BAA}" srcId="{B35B63E2-85FE-488F-920E-05FFF03412AC}" destId="{6BACE4E6-DB5A-4A33-A0DE-48DAC4B7D0DF}" srcOrd="2" destOrd="0" parTransId="{E107C4B8-A078-467B-869A-B89CD669936A}" sibTransId="{BAD6197F-4BC2-4387-A78C-AF4B57BCE996}"/>
    <dgm:cxn modelId="{34509DE5-C4A7-472B-B365-8C2499BD33C0}" srcId="{B35B63E2-85FE-488F-920E-05FFF03412AC}" destId="{785A66CC-4717-4AA3-A675-446D4B849F37}" srcOrd="0" destOrd="0" parTransId="{D0616BE6-9697-49CA-8032-5FC07B3FB7A2}" sibTransId="{46E48A7A-16BA-43B5-85E2-1E1643E821B4}"/>
    <dgm:cxn modelId="{3C4461F2-EE32-4CE7-A814-859534ECA820}" srcId="{B35B63E2-85FE-488F-920E-05FFF03412AC}" destId="{CC3DD5B0-E333-47B4-93CF-750A601E31AC}" srcOrd="1" destOrd="0" parTransId="{EFB6A5CB-4B06-4989-8137-25C5D379130E}" sibTransId="{3431899A-2C8E-47FD-85FF-E14475285174}"/>
    <dgm:cxn modelId="{4230B729-0D07-4118-93D5-DCBAB00E739B}" type="presParOf" srcId="{801AE303-10C6-408B-B0AC-1012B4CF7D8C}" destId="{E7AADC78-8391-4AFD-AAFB-E9230AF66807}" srcOrd="0" destOrd="0" presId="urn:microsoft.com/office/officeart/2018/2/layout/IconVerticalSolidList"/>
    <dgm:cxn modelId="{995B2CBB-417E-4AC7-9482-B86510B09DE4}" type="presParOf" srcId="{E7AADC78-8391-4AFD-AAFB-E9230AF66807}" destId="{EC1B4D7F-E818-4237-808F-87D96EE8FB00}" srcOrd="0" destOrd="0" presId="urn:microsoft.com/office/officeart/2018/2/layout/IconVerticalSolidList"/>
    <dgm:cxn modelId="{A397C8B0-8B0C-433D-832F-DECB06C6486C}" type="presParOf" srcId="{E7AADC78-8391-4AFD-AAFB-E9230AF66807}" destId="{6B4038D3-2C8B-4357-B4B4-F17C340C3E7D}" srcOrd="1" destOrd="0" presId="urn:microsoft.com/office/officeart/2018/2/layout/IconVerticalSolidList"/>
    <dgm:cxn modelId="{D5543EE4-70F9-4914-93C5-984FD4E4BCCC}" type="presParOf" srcId="{E7AADC78-8391-4AFD-AAFB-E9230AF66807}" destId="{6EB5C24A-B824-4F68-B8D5-FECC275B8440}" srcOrd="2" destOrd="0" presId="urn:microsoft.com/office/officeart/2018/2/layout/IconVerticalSolidList"/>
    <dgm:cxn modelId="{17AEF9BD-4D4B-4C3C-B764-BDCC62AC9E30}" type="presParOf" srcId="{E7AADC78-8391-4AFD-AAFB-E9230AF66807}" destId="{411558C0-817A-49E4-AFF4-C98BEAEF1B40}" srcOrd="3" destOrd="0" presId="urn:microsoft.com/office/officeart/2018/2/layout/IconVerticalSolidList"/>
    <dgm:cxn modelId="{8B0A683E-AFF0-455C-9392-D7FB052AB71E}" type="presParOf" srcId="{801AE303-10C6-408B-B0AC-1012B4CF7D8C}" destId="{F285F689-9BA6-45E0-8719-73BCEC88A624}" srcOrd="1" destOrd="0" presId="urn:microsoft.com/office/officeart/2018/2/layout/IconVerticalSolidList"/>
    <dgm:cxn modelId="{0070B0CE-1DB6-4B55-A7F1-998F37885BEA}" type="presParOf" srcId="{801AE303-10C6-408B-B0AC-1012B4CF7D8C}" destId="{0E021B1A-9A4B-42CB-A8AD-0BCBE832EF25}" srcOrd="2" destOrd="0" presId="urn:microsoft.com/office/officeart/2018/2/layout/IconVerticalSolidList"/>
    <dgm:cxn modelId="{98EC66B8-837A-4402-9381-5D243D2BD088}" type="presParOf" srcId="{0E021B1A-9A4B-42CB-A8AD-0BCBE832EF25}" destId="{12BA45E1-8573-4D3B-9450-92A09F81F884}" srcOrd="0" destOrd="0" presId="urn:microsoft.com/office/officeart/2018/2/layout/IconVerticalSolidList"/>
    <dgm:cxn modelId="{AB7E9EA1-E585-487E-9DD3-EA006819A412}" type="presParOf" srcId="{0E021B1A-9A4B-42CB-A8AD-0BCBE832EF25}" destId="{6F0877E9-F60E-4B51-8717-4E1B95DB4246}" srcOrd="1" destOrd="0" presId="urn:microsoft.com/office/officeart/2018/2/layout/IconVerticalSolidList"/>
    <dgm:cxn modelId="{C2E754D5-C405-4CED-ABAC-0A0C7B889C5D}" type="presParOf" srcId="{0E021B1A-9A4B-42CB-A8AD-0BCBE832EF25}" destId="{211C8A9A-BBC2-4BED-86B2-F91806E0D0A0}" srcOrd="2" destOrd="0" presId="urn:microsoft.com/office/officeart/2018/2/layout/IconVerticalSolidList"/>
    <dgm:cxn modelId="{AC230772-C162-41E3-B135-22B0FAA7A5E4}" type="presParOf" srcId="{0E021B1A-9A4B-42CB-A8AD-0BCBE832EF25}" destId="{68E5BE83-00DA-478C-94B9-AA89B5C71F81}" srcOrd="3" destOrd="0" presId="urn:microsoft.com/office/officeart/2018/2/layout/IconVerticalSolidList"/>
    <dgm:cxn modelId="{90BABC09-C74E-482C-B077-424FF0296F1E}" type="presParOf" srcId="{801AE303-10C6-408B-B0AC-1012B4CF7D8C}" destId="{82373018-A533-4A4E-BA7E-E36071562F2F}" srcOrd="3" destOrd="0" presId="urn:microsoft.com/office/officeart/2018/2/layout/IconVerticalSolidList"/>
    <dgm:cxn modelId="{78B0C857-F6EE-4908-8D6F-37B961A72173}" type="presParOf" srcId="{801AE303-10C6-408B-B0AC-1012B4CF7D8C}" destId="{98A697B1-436D-4EF6-8053-AABF12F2A64A}" srcOrd="4" destOrd="0" presId="urn:microsoft.com/office/officeart/2018/2/layout/IconVerticalSolidList"/>
    <dgm:cxn modelId="{9E2A7DBE-1B99-4C98-BBF4-E0F4F7A017D6}" type="presParOf" srcId="{98A697B1-436D-4EF6-8053-AABF12F2A64A}" destId="{48739EBE-4398-4606-8489-233A6ED03C09}" srcOrd="0" destOrd="0" presId="urn:microsoft.com/office/officeart/2018/2/layout/IconVerticalSolidList"/>
    <dgm:cxn modelId="{3CCA32CC-A6AE-4210-8374-0D37D0B4F9FE}" type="presParOf" srcId="{98A697B1-436D-4EF6-8053-AABF12F2A64A}" destId="{A40F05E6-9B2C-43A7-87B1-1C8D3FC1E578}" srcOrd="1" destOrd="0" presId="urn:microsoft.com/office/officeart/2018/2/layout/IconVerticalSolidList"/>
    <dgm:cxn modelId="{717F3A32-CD5C-4915-8363-D8E555DAA0ED}" type="presParOf" srcId="{98A697B1-436D-4EF6-8053-AABF12F2A64A}" destId="{DBB1D97B-4C1E-4DAA-BD88-F54595578C54}" srcOrd="2" destOrd="0" presId="urn:microsoft.com/office/officeart/2018/2/layout/IconVerticalSolidList"/>
    <dgm:cxn modelId="{72E58EC8-2008-41BA-AF03-6C847524D254}" type="presParOf" srcId="{98A697B1-436D-4EF6-8053-AABF12F2A64A}" destId="{93283593-C5F7-4F58-B577-226824B41A87}"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1D0FA36-8968-42E5-B56B-7A7A2CAB58D2}" type="doc">
      <dgm:prSet loTypeId="urn:microsoft.com/office/officeart/2005/8/layout/default" loCatId="list" qsTypeId="urn:microsoft.com/office/officeart/2005/8/quickstyle/3d2" qsCatId="3D" csTypeId="urn:microsoft.com/office/officeart/2005/8/colors/accent0_2" csCatId="mainScheme" phldr="1"/>
      <dgm:spPr/>
      <dgm:t>
        <a:bodyPr/>
        <a:lstStyle/>
        <a:p>
          <a:endParaRPr lang="en-GB"/>
        </a:p>
      </dgm:t>
    </dgm:pt>
    <dgm:pt modelId="{42047775-9B5A-4D44-8994-27928B1419E4}">
      <dgm:prSet custT="1"/>
      <dgm:spPr/>
      <dgm:t>
        <a:bodyPr/>
        <a:lstStyle/>
        <a:p>
          <a:r>
            <a:rPr lang="en-GB" sz="2400" b="1" dirty="0">
              <a:solidFill>
                <a:schemeClr val="accent6">
                  <a:lumMod val="50000"/>
                </a:schemeClr>
              </a:solidFill>
            </a:rPr>
            <a:t>Class</a:t>
          </a:r>
        </a:p>
      </dgm:t>
    </dgm:pt>
    <dgm:pt modelId="{53D1E8E0-5547-462A-A23E-157E1C81D228}" type="parTrans" cxnId="{7EB751D4-8332-4101-A3F1-48C4D0CEF92D}">
      <dgm:prSet/>
      <dgm:spPr/>
      <dgm:t>
        <a:bodyPr/>
        <a:lstStyle/>
        <a:p>
          <a:endParaRPr lang="en-GB" b="1"/>
        </a:p>
      </dgm:t>
    </dgm:pt>
    <dgm:pt modelId="{5A40620F-CC02-4958-B7AE-73D952538E08}" type="sibTrans" cxnId="{7EB751D4-8332-4101-A3F1-48C4D0CEF92D}">
      <dgm:prSet/>
      <dgm:spPr/>
      <dgm:t>
        <a:bodyPr/>
        <a:lstStyle/>
        <a:p>
          <a:endParaRPr lang="en-GB" b="1"/>
        </a:p>
      </dgm:t>
    </dgm:pt>
    <dgm:pt modelId="{4F1C0D9D-F40E-45EE-942A-4E911CE452A2}">
      <dgm:prSet custT="1"/>
      <dgm:spPr/>
      <dgm:t>
        <a:bodyPr/>
        <a:lstStyle/>
        <a:p>
          <a:r>
            <a:rPr lang="en-GB" sz="1800" b="1" dirty="0">
              <a:solidFill>
                <a:schemeClr val="accent6">
                  <a:lumMod val="50000"/>
                </a:schemeClr>
              </a:solidFill>
            </a:rPr>
            <a:t>Activity</a:t>
          </a:r>
          <a:endParaRPr lang="en-GB" sz="1700" b="1" dirty="0">
            <a:solidFill>
              <a:schemeClr val="accent6">
                <a:lumMod val="50000"/>
              </a:schemeClr>
            </a:solidFill>
          </a:endParaRPr>
        </a:p>
      </dgm:t>
    </dgm:pt>
    <dgm:pt modelId="{BF0E0E0E-C2FF-4065-939A-A9B7FEFD54AA}" type="parTrans" cxnId="{C2B3CAC8-9FF0-4CE6-A380-4C301A429213}">
      <dgm:prSet/>
      <dgm:spPr/>
      <dgm:t>
        <a:bodyPr/>
        <a:lstStyle/>
        <a:p>
          <a:endParaRPr lang="en-GB" b="1"/>
        </a:p>
      </dgm:t>
    </dgm:pt>
    <dgm:pt modelId="{B5566AEC-B98E-4543-8644-496BB2D065D2}" type="sibTrans" cxnId="{C2B3CAC8-9FF0-4CE6-A380-4C301A429213}">
      <dgm:prSet/>
      <dgm:spPr/>
      <dgm:t>
        <a:bodyPr/>
        <a:lstStyle/>
        <a:p>
          <a:endParaRPr lang="en-GB" b="1"/>
        </a:p>
      </dgm:t>
    </dgm:pt>
    <dgm:pt modelId="{991D15D9-B335-4901-89C9-A48B1A4E0400}">
      <dgm:prSet/>
      <dgm:spPr/>
      <dgm:t>
        <a:bodyPr/>
        <a:lstStyle/>
        <a:p>
          <a:r>
            <a:rPr lang="en-GB" b="1"/>
            <a:t>Object</a:t>
          </a:r>
        </a:p>
      </dgm:t>
    </dgm:pt>
    <dgm:pt modelId="{CE506D82-BACA-4B02-A759-A91664A5A324}" type="parTrans" cxnId="{57145C3F-E8BC-44D4-A6A7-3BDE69F43B25}">
      <dgm:prSet/>
      <dgm:spPr/>
      <dgm:t>
        <a:bodyPr/>
        <a:lstStyle/>
        <a:p>
          <a:endParaRPr lang="en-GB" b="1"/>
        </a:p>
      </dgm:t>
    </dgm:pt>
    <dgm:pt modelId="{9527DF60-323F-4D2E-9EEA-DF2D4B63A6DB}" type="sibTrans" cxnId="{57145C3F-E8BC-44D4-A6A7-3BDE69F43B25}">
      <dgm:prSet/>
      <dgm:spPr/>
      <dgm:t>
        <a:bodyPr/>
        <a:lstStyle/>
        <a:p>
          <a:endParaRPr lang="en-GB" b="1"/>
        </a:p>
      </dgm:t>
    </dgm:pt>
    <dgm:pt modelId="{43B0D0BD-B090-47F6-AF1C-5199334EB4B1}">
      <dgm:prSet custT="1"/>
      <dgm:spPr/>
      <dgm:t>
        <a:bodyPr/>
        <a:lstStyle/>
        <a:p>
          <a:r>
            <a:rPr lang="en-GB" sz="1800" b="1" dirty="0">
              <a:solidFill>
                <a:schemeClr val="accent6">
                  <a:lumMod val="50000"/>
                </a:schemeClr>
              </a:solidFill>
            </a:rPr>
            <a:t>Use case</a:t>
          </a:r>
        </a:p>
      </dgm:t>
    </dgm:pt>
    <dgm:pt modelId="{AF733263-7A2D-42A4-8782-9B5F5543075D}" type="parTrans" cxnId="{96376CFE-416F-4725-9C19-FDECCF0223BB}">
      <dgm:prSet/>
      <dgm:spPr/>
      <dgm:t>
        <a:bodyPr/>
        <a:lstStyle/>
        <a:p>
          <a:endParaRPr lang="en-GB" b="1"/>
        </a:p>
      </dgm:t>
    </dgm:pt>
    <dgm:pt modelId="{4EA4785B-A88D-4BF7-927E-31A70A7D9E91}" type="sibTrans" cxnId="{96376CFE-416F-4725-9C19-FDECCF0223BB}">
      <dgm:prSet/>
      <dgm:spPr/>
      <dgm:t>
        <a:bodyPr/>
        <a:lstStyle/>
        <a:p>
          <a:endParaRPr lang="en-GB" b="1"/>
        </a:p>
      </dgm:t>
    </dgm:pt>
    <dgm:pt modelId="{A6A46BDB-090C-4490-B619-E7997D56A8C1}">
      <dgm:prSet/>
      <dgm:spPr/>
      <dgm:t>
        <a:bodyPr/>
        <a:lstStyle/>
        <a:p>
          <a:r>
            <a:rPr lang="en-GB" b="1"/>
            <a:t>Sequence</a:t>
          </a:r>
        </a:p>
      </dgm:t>
    </dgm:pt>
    <dgm:pt modelId="{558B363B-4035-436E-9787-C342A67974B7}" type="parTrans" cxnId="{FF2FCBB6-3741-405A-8991-42D083735C61}">
      <dgm:prSet/>
      <dgm:spPr/>
      <dgm:t>
        <a:bodyPr/>
        <a:lstStyle/>
        <a:p>
          <a:endParaRPr lang="en-GB" b="1"/>
        </a:p>
      </dgm:t>
    </dgm:pt>
    <dgm:pt modelId="{3ACEC1D4-7994-40B5-9F61-C62D9BE04900}" type="sibTrans" cxnId="{FF2FCBB6-3741-405A-8991-42D083735C61}">
      <dgm:prSet/>
      <dgm:spPr/>
      <dgm:t>
        <a:bodyPr/>
        <a:lstStyle/>
        <a:p>
          <a:endParaRPr lang="en-GB" b="1"/>
        </a:p>
      </dgm:t>
    </dgm:pt>
    <dgm:pt modelId="{D9451732-F619-4858-AA78-389A5BC57D18}">
      <dgm:prSet/>
      <dgm:spPr/>
      <dgm:t>
        <a:bodyPr/>
        <a:lstStyle/>
        <a:p>
          <a:r>
            <a:rPr lang="en-GB" b="1"/>
            <a:t>Package, </a:t>
          </a:r>
        </a:p>
      </dgm:t>
    </dgm:pt>
    <dgm:pt modelId="{A66ADB02-81C1-47C7-A738-8E8D86F24BE0}" type="parTrans" cxnId="{92BFC0F4-93DC-4B79-A190-E6310531B802}">
      <dgm:prSet/>
      <dgm:spPr/>
      <dgm:t>
        <a:bodyPr/>
        <a:lstStyle/>
        <a:p>
          <a:endParaRPr lang="en-GB" b="1"/>
        </a:p>
      </dgm:t>
    </dgm:pt>
    <dgm:pt modelId="{9016EF02-49DC-4CC1-9074-DDE18B74876F}" type="sibTrans" cxnId="{92BFC0F4-93DC-4B79-A190-E6310531B802}">
      <dgm:prSet/>
      <dgm:spPr/>
      <dgm:t>
        <a:bodyPr/>
        <a:lstStyle/>
        <a:p>
          <a:endParaRPr lang="en-GB" b="1"/>
        </a:p>
      </dgm:t>
    </dgm:pt>
    <dgm:pt modelId="{1AE3870A-6BF9-4BC5-8D6B-849C4A05E1F0}">
      <dgm:prSet/>
      <dgm:spPr/>
      <dgm:t>
        <a:bodyPr/>
        <a:lstStyle/>
        <a:p>
          <a:r>
            <a:rPr lang="en-GB" b="1" dirty="0"/>
            <a:t>State </a:t>
          </a:r>
        </a:p>
      </dgm:t>
    </dgm:pt>
    <dgm:pt modelId="{72B2060A-D112-40FA-955C-9ACC66119784}" type="parTrans" cxnId="{1F8B3F17-E470-4619-A5AF-1589C724AFEB}">
      <dgm:prSet/>
      <dgm:spPr/>
      <dgm:t>
        <a:bodyPr/>
        <a:lstStyle/>
        <a:p>
          <a:endParaRPr lang="en-GB" b="1"/>
        </a:p>
      </dgm:t>
    </dgm:pt>
    <dgm:pt modelId="{54886BE2-CB6C-4502-BDB2-BD1615C89E8C}" type="sibTrans" cxnId="{1F8B3F17-E470-4619-A5AF-1589C724AFEB}">
      <dgm:prSet/>
      <dgm:spPr/>
      <dgm:t>
        <a:bodyPr/>
        <a:lstStyle/>
        <a:p>
          <a:endParaRPr lang="en-GB" b="1"/>
        </a:p>
      </dgm:t>
    </dgm:pt>
    <dgm:pt modelId="{4A7D986E-702A-457F-9939-27864614F7B2}">
      <dgm:prSet/>
      <dgm:spPr/>
      <dgm:t>
        <a:bodyPr/>
        <a:lstStyle/>
        <a:p>
          <a:r>
            <a:rPr lang="en-GB" b="1"/>
            <a:t>Component</a:t>
          </a:r>
        </a:p>
      </dgm:t>
    </dgm:pt>
    <dgm:pt modelId="{85267DE1-B536-4481-9DD1-6972AA944037}" type="parTrans" cxnId="{8AF4B2F6-C1C5-4CAA-A76C-29B83C0C312F}">
      <dgm:prSet/>
      <dgm:spPr/>
      <dgm:t>
        <a:bodyPr/>
        <a:lstStyle/>
        <a:p>
          <a:endParaRPr lang="en-GB" b="1"/>
        </a:p>
      </dgm:t>
    </dgm:pt>
    <dgm:pt modelId="{8611D1C9-AB6D-4CC2-8304-CFBAE40035E2}" type="sibTrans" cxnId="{8AF4B2F6-C1C5-4CAA-A76C-29B83C0C312F}">
      <dgm:prSet/>
      <dgm:spPr/>
      <dgm:t>
        <a:bodyPr/>
        <a:lstStyle/>
        <a:p>
          <a:endParaRPr lang="en-GB" b="1"/>
        </a:p>
      </dgm:t>
    </dgm:pt>
    <dgm:pt modelId="{FCB2ED4C-F7E6-430A-9E95-5A3F9BC3082A}">
      <dgm:prSet/>
      <dgm:spPr/>
      <dgm:t>
        <a:bodyPr/>
        <a:lstStyle/>
        <a:p>
          <a:r>
            <a:rPr lang="en-GB" b="1"/>
            <a:t>Communication</a:t>
          </a:r>
        </a:p>
      </dgm:t>
    </dgm:pt>
    <dgm:pt modelId="{81E5CC0F-3358-42B2-9974-C77F666EFB98}" type="parTrans" cxnId="{50FEE8B4-5D3E-4BF1-94B7-72025C1332B7}">
      <dgm:prSet/>
      <dgm:spPr/>
      <dgm:t>
        <a:bodyPr/>
        <a:lstStyle/>
        <a:p>
          <a:endParaRPr lang="en-GB" b="1"/>
        </a:p>
      </dgm:t>
    </dgm:pt>
    <dgm:pt modelId="{5ECE713E-6878-47D1-B431-2CD9C26344B5}" type="sibTrans" cxnId="{50FEE8B4-5D3E-4BF1-94B7-72025C1332B7}">
      <dgm:prSet/>
      <dgm:spPr/>
      <dgm:t>
        <a:bodyPr/>
        <a:lstStyle/>
        <a:p>
          <a:endParaRPr lang="en-GB" b="1"/>
        </a:p>
      </dgm:t>
    </dgm:pt>
    <dgm:pt modelId="{8E98766E-E79E-4660-9B9A-A9E76C60FC0F}">
      <dgm:prSet/>
      <dgm:spPr/>
      <dgm:t>
        <a:bodyPr/>
        <a:lstStyle/>
        <a:p>
          <a:r>
            <a:rPr lang="en-GB" b="1" dirty="0"/>
            <a:t>Composite structure</a:t>
          </a:r>
        </a:p>
      </dgm:t>
    </dgm:pt>
    <dgm:pt modelId="{14B4C6B0-B4BF-474A-833C-1E28B275DEA4}" type="parTrans" cxnId="{0AE83C03-5DE4-440F-8984-9BAEA6EAE818}">
      <dgm:prSet/>
      <dgm:spPr/>
      <dgm:t>
        <a:bodyPr/>
        <a:lstStyle/>
        <a:p>
          <a:endParaRPr lang="en-GB" b="1"/>
        </a:p>
      </dgm:t>
    </dgm:pt>
    <dgm:pt modelId="{6C311F70-5EF1-4F46-AC69-27A751257DB7}" type="sibTrans" cxnId="{0AE83C03-5DE4-440F-8984-9BAEA6EAE818}">
      <dgm:prSet/>
      <dgm:spPr/>
      <dgm:t>
        <a:bodyPr/>
        <a:lstStyle/>
        <a:p>
          <a:endParaRPr lang="en-GB" b="1"/>
        </a:p>
      </dgm:t>
    </dgm:pt>
    <dgm:pt modelId="{A2FF7F8D-0111-442F-A462-2E6F0FCE830D}">
      <dgm:prSet/>
      <dgm:spPr/>
      <dgm:t>
        <a:bodyPr/>
        <a:lstStyle/>
        <a:p>
          <a:r>
            <a:rPr lang="en-GB" b="1"/>
            <a:t>Interaction overview </a:t>
          </a:r>
        </a:p>
      </dgm:t>
    </dgm:pt>
    <dgm:pt modelId="{1CC35A62-DED0-4F80-AD9A-4E956AEB7D09}" type="parTrans" cxnId="{AA163DEB-0AD4-42F0-928A-AF79E5205997}">
      <dgm:prSet/>
      <dgm:spPr/>
      <dgm:t>
        <a:bodyPr/>
        <a:lstStyle/>
        <a:p>
          <a:endParaRPr lang="en-GB" b="1"/>
        </a:p>
      </dgm:t>
    </dgm:pt>
    <dgm:pt modelId="{8507514D-25C4-4614-94E8-BE993D51FE4A}" type="sibTrans" cxnId="{AA163DEB-0AD4-42F0-928A-AF79E5205997}">
      <dgm:prSet/>
      <dgm:spPr/>
      <dgm:t>
        <a:bodyPr/>
        <a:lstStyle/>
        <a:p>
          <a:endParaRPr lang="en-GB" b="1"/>
        </a:p>
      </dgm:t>
    </dgm:pt>
    <dgm:pt modelId="{36200B25-01F2-421A-AD75-5A1D8E55D16D}">
      <dgm:prSet/>
      <dgm:spPr/>
      <dgm:t>
        <a:bodyPr/>
        <a:lstStyle/>
        <a:p>
          <a:r>
            <a:rPr lang="en-GB" b="1"/>
            <a:t>Timing</a:t>
          </a:r>
        </a:p>
      </dgm:t>
    </dgm:pt>
    <dgm:pt modelId="{D46115B3-8504-4B96-9FC0-34C5FB8779CC}" type="parTrans" cxnId="{D57D0509-CEEC-4B69-AA2B-68D45542A980}">
      <dgm:prSet/>
      <dgm:spPr/>
      <dgm:t>
        <a:bodyPr/>
        <a:lstStyle/>
        <a:p>
          <a:endParaRPr lang="en-GB" b="1"/>
        </a:p>
      </dgm:t>
    </dgm:pt>
    <dgm:pt modelId="{042C4F07-0D75-48D2-9CBD-73A22C695940}" type="sibTrans" cxnId="{D57D0509-CEEC-4B69-AA2B-68D45542A980}">
      <dgm:prSet/>
      <dgm:spPr/>
      <dgm:t>
        <a:bodyPr/>
        <a:lstStyle/>
        <a:p>
          <a:endParaRPr lang="en-GB" b="1"/>
        </a:p>
      </dgm:t>
    </dgm:pt>
    <dgm:pt modelId="{91AF08B7-CBED-424C-9037-974EAD7E28C4}">
      <dgm:prSet/>
      <dgm:spPr/>
      <dgm:t>
        <a:bodyPr/>
        <a:lstStyle/>
        <a:p>
          <a:r>
            <a:rPr lang="en-GB" b="1"/>
            <a:t>Deployment</a:t>
          </a:r>
        </a:p>
      </dgm:t>
    </dgm:pt>
    <dgm:pt modelId="{140650A9-BBAF-4342-9C77-16E8EEB5E62A}" type="parTrans" cxnId="{28C7630B-14E5-4D08-B63E-F197DB5CD463}">
      <dgm:prSet/>
      <dgm:spPr/>
      <dgm:t>
        <a:bodyPr/>
        <a:lstStyle/>
        <a:p>
          <a:endParaRPr lang="en-GB" b="1"/>
        </a:p>
      </dgm:t>
    </dgm:pt>
    <dgm:pt modelId="{5751C43C-E897-466C-846E-39367F35CF97}" type="sibTrans" cxnId="{28C7630B-14E5-4D08-B63E-F197DB5CD463}">
      <dgm:prSet/>
      <dgm:spPr/>
      <dgm:t>
        <a:bodyPr/>
        <a:lstStyle/>
        <a:p>
          <a:endParaRPr lang="en-GB" b="1"/>
        </a:p>
      </dgm:t>
    </dgm:pt>
    <dgm:pt modelId="{60AC7F53-7E46-4332-87C6-B67DB8F5BB88}" type="pres">
      <dgm:prSet presAssocID="{A1D0FA36-8968-42E5-B56B-7A7A2CAB58D2}" presName="diagram" presStyleCnt="0">
        <dgm:presLayoutVars>
          <dgm:dir/>
          <dgm:resizeHandles val="exact"/>
        </dgm:presLayoutVars>
      </dgm:prSet>
      <dgm:spPr/>
    </dgm:pt>
    <dgm:pt modelId="{F4009B20-0565-40F4-B422-02CD0D301A36}" type="pres">
      <dgm:prSet presAssocID="{42047775-9B5A-4D44-8994-27928B1419E4}" presName="node" presStyleLbl="node1" presStyleIdx="0" presStyleCnt="13">
        <dgm:presLayoutVars>
          <dgm:bulletEnabled val="1"/>
        </dgm:presLayoutVars>
      </dgm:prSet>
      <dgm:spPr/>
    </dgm:pt>
    <dgm:pt modelId="{95024573-356A-46A9-9843-8B34C163B48F}" type="pres">
      <dgm:prSet presAssocID="{5A40620F-CC02-4958-B7AE-73D952538E08}" presName="sibTrans" presStyleCnt="0"/>
      <dgm:spPr/>
    </dgm:pt>
    <dgm:pt modelId="{C0C59E30-3D80-4070-8954-84B06A852C7D}" type="pres">
      <dgm:prSet presAssocID="{4F1C0D9D-F40E-45EE-942A-4E911CE452A2}" presName="node" presStyleLbl="node1" presStyleIdx="1" presStyleCnt="13">
        <dgm:presLayoutVars>
          <dgm:bulletEnabled val="1"/>
        </dgm:presLayoutVars>
      </dgm:prSet>
      <dgm:spPr/>
    </dgm:pt>
    <dgm:pt modelId="{C5B685DE-BC5A-4D78-9D34-ACF779D75315}" type="pres">
      <dgm:prSet presAssocID="{B5566AEC-B98E-4543-8644-496BB2D065D2}" presName="sibTrans" presStyleCnt="0"/>
      <dgm:spPr/>
    </dgm:pt>
    <dgm:pt modelId="{D66C58E4-4276-4904-B6CF-30F5101FF1FF}" type="pres">
      <dgm:prSet presAssocID="{991D15D9-B335-4901-89C9-A48B1A4E0400}" presName="node" presStyleLbl="node1" presStyleIdx="2" presStyleCnt="13">
        <dgm:presLayoutVars>
          <dgm:bulletEnabled val="1"/>
        </dgm:presLayoutVars>
      </dgm:prSet>
      <dgm:spPr/>
    </dgm:pt>
    <dgm:pt modelId="{62818D08-2444-4D37-AEE4-3CF907C11292}" type="pres">
      <dgm:prSet presAssocID="{9527DF60-323F-4D2E-9EEA-DF2D4B63A6DB}" presName="sibTrans" presStyleCnt="0"/>
      <dgm:spPr/>
    </dgm:pt>
    <dgm:pt modelId="{A6A86283-B2A8-4EE8-ABCF-7E2D40DF98E7}" type="pres">
      <dgm:prSet presAssocID="{43B0D0BD-B090-47F6-AF1C-5199334EB4B1}" presName="node" presStyleLbl="node1" presStyleIdx="3" presStyleCnt="13">
        <dgm:presLayoutVars>
          <dgm:bulletEnabled val="1"/>
        </dgm:presLayoutVars>
      </dgm:prSet>
      <dgm:spPr/>
    </dgm:pt>
    <dgm:pt modelId="{B6D3F0A1-6132-44A6-8BE2-97854B5664ED}" type="pres">
      <dgm:prSet presAssocID="{4EA4785B-A88D-4BF7-927E-31A70A7D9E91}" presName="sibTrans" presStyleCnt="0"/>
      <dgm:spPr/>
    </dgm:pt>
    <dgm:pt modelId="{AA9B904E-9F86-4CED-A99C-7E945205C263}" type="pres">
      <dgm:prSet presAssocID="{A6A46BDB-090C-4490-B619-E7997D56A8C1}" presName="node" presStyleLbl="node1" presStyleIdx="4" presStyleCnt="13">
        <dgm:presLayoutVars>
          <dgm:bulletEnabled val="1"/>
        </dgm:presLayoutVars>
      </dgm:prSet>
      <dgm:spPr/>
    </dgm:pt>
    <dgm:pt modelId="{F9638D2A-D85B-43E4-830C-C30766EED021}" type="pres">
      <dgm:prSet presAssocID="{3ACEC1D4-7994-40B5-9F61-C62D9BE04900}" presName="sibTrans" presStyleCnt="0"/>
      <dgm:spPr/>
    </dgm:pt>
    <dgm:pt modelId="{3311E068-3C51-4103-A4BF-1B7F5B18B78D}" type="pres">
      <dgm:prSet presAssocID="{D9451732-F619-4858-AA78-389A5BC57D18}" presName="node" presStyleLbl="node1" presStyleIdx="5" presStyleCnt="13">
        <dgm:presLayoutVars>
          <dgm:bulletEnabled val="1"/>
        </dgm:presLayoutVars>
      </dgm:prSet>
      <dgm:spPr/>
    </dgm:pt>
    <dgm:pt modelId="{66EC0C3D-B0FB-4B55-979A-7D7C92ADA879}" type="pres">
      <dgm:prSet presAssocID="{9016EF02-49DC-4CC1-9074-DDE18B74876F}" presName="sibTrans" presStyleCnt="0"/>
      <dgm:spPr/>
    </dgm:pt>
    <dgm:pt modelId="{8B633F3A-1BBD-47EA-89CA-C247B197CBF4}" type="pres">
      <dgm:prSet presAssocID="{1AE3870A-6BF9-4BC5-8D6B-849C4A05E1F0}" presName="node" presStyleLbl="node1" presStyleIdx="6" presStyleCnt="13">
        <dgm:presLayoutVars>
          <dgm:bulletEnabled val="1"/>
        </dgm:presLayoutVars>
      </dgm:prSet>
      <dgm:spPr/>
    </dgm:pt>
    <dgm:pt modelId="{55240F76-C7F1-4E5B-BFEC-0501A2B9DA08}" type="pres">
      <dgm:prSet presAssocID="{54886BE2-CB6C-4502-BDB2-BD1615C89E8C}" presName="sibTrans" presStyleCnt="0"/>
      <dgm:spPr/>
    </dgm:pt>
    <dgm:pt modelId="{9020AEE8-2D17-467E-8625-57C3BA7B7CE0}" type="pres">
      <dgm:prSet presAssocID="{4A7D986E-702A-457F-9939-27864614F7B2}" presName="node" presStyleLbl="node1" presStyleIdx="7" presStyleCnt="13">
        <dgm:presLayoutVars>
          <dgm:bulletEnabled val="1"/>
        </dgm:presLayoutVars>
      </dgm:prSet>
      <dgm:spPr/>
    </dgm:pt>
    <dgm:pt modelId="{3D600E3E-7FD2-4ADE-842F-58A8788B5314}" type="pres">
      <dgm:prSet presAssocID="{8611D1C9-AB6D-4CC2-8304-CFBAE40035E2}" presName="sibTrans" presStyleCnt="0"/>
      <dgm:spPr/>
    </dgm:pt>
    <dgm:pt modelId="{D9D9AEAB-8C25-4DF3-8119-8B1C0D6B90DA}" type="pres">
      <dgm:prSet presAssocID="{FCB2ED4C-F7E6-430A-9E95-5A3F9BC3082A}" presName="node" presStyleLbl="node1" presStyleIdx="8" presStyleCnt="13">
        <dgm:presLayoutVars>
          <dgm:bulletEnabled val="1"/>
        </dgm:presLayoutVars>
      </dgm:prSet>
      <dgm:spPr/>
    </dgm:pt>
    <dgm:pt modelId="{F0D9B37D-C230-458F-B745-F7DCC6BB6EBB}" type="pres">
      <dgm:prSet presAssocID="{5ECE713E-6878-47D1-B431-2CD9C26344B5}" presName="sibTrans" presStyleCnt="0"/>
      <dgm:spPr/>
    </dgm:pt>
    <dgm:pt modelId="{83C9FD49-1CFB-4371-AF2A-3EB1CA908CD2}" type="pres">
      <dgm:prSet presAssocID="{8E98766E-E79E-4660-9B9A-A9E76C60FC0F}" presName="node" presStyleLbl="node1" presStyleIdx="9" presStyleCnt="13">
        <dgm:presLayoutVars>
          <dgm:bulletEnabled val="1"/>
        </dgm:presLayoutVars>
      </dgm:prSet>
      <dgm:spPr/>
    </dgm:pt>
    <dgm:pt modelId="{8A0ADF3E-DB1A-496E-8462-F981755A0984}" type="pres">
      <dgm:prSet presAssocID="{6C311F70-5EF1-4F46-AC69-27A751257DB7}" presName="sibTrans" presStyleCnt="0"/>
      <dgm:spPr/>
    </dgm:pt>
    <dgm:pt modelId="{EF071656-A290-4D11-9FFD-5A8508E55D87}" type="pres">
      <dgm:prSet presAssocID="{A2FF7F8D-0111-442F-A462-2E6F0FCE830D}" presName="node" presStyleLbl="node1" presStyleIdx="10" presStyleCnt="13">
        <dgm:presLayoutVars>
          <dgm:bulletEnabled val="1"/>
        </dgm:presLayoutVars>
      </dgm:prSet>
      <dgm:spPr/>
    </dgm:pt>
    <dgm:pt modelId="{AF5ABD00-1D27-4AC2-919A-4426470D6361}" type="pres">
      <dgm:prSet presAssocID="{8507514D-25C4-4614-94E8-BE993D51FE4A}" presName="sibTrans" presStyleCnt="0"/>
      <dgm:spPr/>
    </dgm:pt>
    <dgm:pt modelId="{D3F2914D-EE6A-4B46-8892-695EDDFB705C}" type="pres">
      <dgm:prSet presAssocID="{36200B25-01F2-421A-AD75-5A1D8E55D16D}" presName="node" presStyleLbl="node1" presStyleIdx="11" presStyleCnt="13">
        <dgm:presLayoutVars>
          <dgm:bulletEnabled val="1"/>
        </dgm:presLayoutVars>
      </dgm:prSet>
      <dgm:spPr/>
    </dgm:pt>
    <dgm:pt modelId="{30B01B1B-42F4-4F18-B947-22BFAF3528B9}" type="pres">
      <dgm:prSet presAssocID="{042C4F07-0D75-48D2-9CBD-73A22C695940}" presName="sibTrans" presStyleCnt="0"/>
      <dgm:spPr/>
    </dgm:pt>
    <dgm:pt modelId="{618AA6FA-D009-434B-9EEA-AC0600B5938F}" type="pres">
      <dgm:prSet presAssocID="{91AF08B7-CBED-424C-9037-974EAD7E28C4}" presName="node" presStyleLbl="node1" presStyleIdx="12" presStyleCnt="13">
        <dgm:presLayoutVars>
          <dgm:bulletEnabled val="1"/>
        </dgm:presLayoutVars>
      </dgm:prSet>
      <dgm:spPr/>
    </dgm:pt>
  </dgm:ptLst>
  <dgm:cxnLst>
    <dgm:cxn modelId="{0AE83C03-5DE4-440F-8984-9BAEA6EAE818}" srcId="{A1D0FA36-8968-42E5-B56B-7A7A2CAB58D2}" destId="{8E98766E-E79E-4660-9B9A-A9E76C60FC0F}" srcOrd="9" destOrd="0" parTransId="{14B4C6B0-B4BF-474A-833C-1E28B275DEA4}" sibTransId="{6C311F70-5EF1-4F46-AC69-27A751257DB7}"/>
    <dgm:cxn modelId="{D57D0509-CEEC-4B69-AA2B-68D45542A980}" srcId="{A1D0FA36-8968-42E5-B56B-7A7A2CAB58D2}" destId="{36200B25-01F2-421A-AD75-5A1D8E55D16D}" srcOrd="11" destOrd="0" parTransId="{D46115B3-8504-4B96-9FC0-34C5FB8779CC}" sibTransId="{042C4F07-0D75-48D2-9CBD-73A22C695940}"/>
    <dgm:cxn modelId="{28C7630B-14E5-4D08-B63E-F197DB5CD463}" srcId="{A1D0FA36-8968-42E5-B56B-7A7A2CAB58D2}" destId="{91AF08B7-CBED-424C-9037-974EAD7E28C4}" srcOrd="12" destOrd="0" parTransId="{140650A9-BBAF-4342-9C77-16E8EEB5E62A}" sibTransId="{5751C43C-E897-466C-846E-39367F35CF97}"/>
    <dgm:cxn modelId="{80B62A12-753E-4896-B598-7B96825F34AB}" type="presOf" srcId="{4F1C0D9D-F40E-45EE-942A-4E911CE452A2}" destId="{C0C59E30-3D80-4070-8954-84B06A852C7D}" srcOrd="0" destOrd="0" presId="urn:microsoft.com/office/officeart/2005/8/layout/default"/>
    <dgm:cxn modelId="{1F8B3F17-E470-4619-A5AF-1589C724AFEB}" srcId="{A1D0FA36-8968-42E5-B56B-7A7A2CAB58D2}" destId="{1AE3870A-6BF9-4BC5-8D6B-849C4A05E1F0}" srcOrd="6" destOrd="0" parTransId="{72B2060A-D112-40FA-955C-9ACC66119784}" sibTransId="{54886BE2-CB6C-4502-BDB2-BD1615C89E8C}"/>
    <dgm:cxn modelId="{26A18C3A-95DD-4655-A6EE-BA0989AD7C85}" type="presOf" srcId="{42047775-9B5A-4D44-8994-27928B1419E4}" destId="{F4009B20-0565-40F4-B422-02CD0D301A36}" srcOrd="0" destOrd="0" presId="urn:microsoft.com/office/officeart/2005/8/layout/default"/>
    <dgm:cxn modelId="{57145C3F-E8BC-44D4-A6A7-3BDE69F43B25}" srcId="{A1D0FA36-8968-42E5-B56B-7A7A2CAB58D2}" destId="{991D15D9-B335-4901-89C9-A48B1A4E0400}" srcOrd="2" destOrd="0" parTransId="{CE506D82-BACA-4B02-A759-A91664A5A324}" sibTransId="{9527DF60-323F-4D2E-9EEA-DF2D4B63A6DB}"/>
    <dgm:cxn modelId="{687C584A-C2C1-49CF-BFB9-3F519F15C7A1}" type="presOf" srcId="{4A7D986E-702A-457F-9939-27864614F7B2}" destId="{9020AEE8-2D17-467E-8625-57C3BA7B7CE0}" srcOrd="0" destOrd="0" presId="urn:microsoft.com/office/officeart/2005/8/layout/default"/>
    <dgm:cxn modelId="{5A47144B-433D-44D2-B071-139147B9ACD0}" type="presOf" srcId="{8E98766E-E79E-4660-9B9A-A9E76C60FC0F}" destId="{83C9FD49-1CFB-4371-AF2A-3EB1CA908CD2}" srcOrd="0" destOrd="0" presId="urn:microsoft.com/office/officeart/2005/8/layout/default"/>
    <dgm:cxn modelId="{5447374C-967C-4AEE-8441-1A0EB9D4ED28}" type="presOf" srcId="{36200B25-01F2-421A-AD75-5A1D8E55D16D}" destId="{D3F2914D-EE6A-4B46-8892-695EDDFB705C}" srcOrd="0" destOrd="0" presId="urn:microsoft.com/office/officeart/2005/8/layout/default"/>
    <dgm:cxn modelId="{5B5B1874-8B24-4036-AF1E-FAC7B74F318A}" type="presOf" srcId="{A6A46BDB-090C-4490-B619-E7997D56A8C1}" destId="{AA9B904E-9F86-4CED-A99C-7E945205C263}" srcOrd="0" destOrd="0" presId="urn:microsoft.com/office/officeart/2005/8/layout/default"/>
    <dgm:cxn modelId="{1BA59375-E319-4481-BE6D-91C67CA9DC23}" type="presOf" srcId="{D9451732-F619-4858-AA78-389A5BC57D18}" destId="{3311E068-3C51-4103-A4BF-1B7F5B18B78D}" srcOrd="0" destOrd="0" presId="urn:microsoft.com/office/officeart/2005/8/layout/default"/>
    <dgm:cxn modelId="{78420977-AC28-43FA-AA6A-8505BE43AC8B}" type="presOf" srcId="{FCB2ED4C-F7E6-430A-9E95-5A3F9BC3082A}" destId="{D9D9AEAB-8C25-4DF3-8119-8B1C0D6B90DA}" srcOrd="0" destOrd="0" presId="urn:microsoft.com/office/officeart/2005/8/layout/default"/>
    <dgm:cxn modelId="{E833055A-73A8-42AA-AF25-D8706BE12F08}" type="presOf" srcId="{1AE3870A-6BF9-4BC5-8D6B-849C4A05E1F0}" destId="{8B633F3A-1BBD-47EA-89CA-C247B197CBF4}" srcOrd="0" destOrd="0" presId="urn:microsoft.com/office/officeart/2005/8/layout/default"/>
    <dgm:cxn modelId="{CDC7FC82-F5F5-4056-8D6B-72E45A7E1328}" type="presOf" srcId="{43B0D0BD-B090-47F6-AF1C-5199334EB4B1}" destId="{A6A86283-B2A8-4EE8-ABCF-7E2D40DF98E7}" srcOrd="0" destOrd="0" presId="urn:microsoft.com/office/officeart/2005/8/layout/default"/>
    <dgm:cxn modelId="{EDDD0CA7-BF6E-4BB4-A103-DF45BA45664A}" type="presOf" srcId="{91AF08B7-CBED-424C-9037-974EAD7E28C4}" destId="{618AA6FA-D009-434B-9EEA-AC0600B5938F}" srcOrd="0" destOrd="0" presId="urn:microsoft.com/office/officeart/2005/8/layout/default"/>
    <dgm:cxn modelId="{50FEE8B4-5D3E-4BF1-94B7-72025C1332B7}" srcId="{A1D0FA36-8968-42E5-B56B-7A7A2CAB58D2}" destId="{FCB2ED4C-F7E6-430A-9E95-5A3F9BC3082A}" srcOrd="8" destOrd="0" parTransId="{81E5CC0F-3358-42B2-9974-C77F666EFB98}" sibTransId="{5ECE713E-6878-47D1-B431-2CD9C26344B5}"/>
    <dgm:cxn modelId="{FF2FCBB6-3741-405A-8991-42D083735C61}" srcId="{A1D0FA36-8968-42E5-B56B-7A7A2CAB58D2}" destId="{A6A46BDB-090C-4490-B619-E7997D56A8C1}" srcOrd="4" destOrd="0" parTransId="{558B363B-4035-436E-9787-C342A67974B7}" sibTransId="{3ACEC1D4-7994-40B5-9F61-C62D9BE04900}"/>
    <dgm:cxn modelId="{C2B3CAC8-9FF0-4CE6-A380-4C301A429213}" srcId="{A1D0FA36-8968-42E5-B56B-7A7A2CAB58D2}" destId="{4F1C0D9D-F40E-45EE-942A-4E911CE452A2}" srcOrd="1" destOrd="0" parTransId="{BF0E0E0E-C2FF-4065-939A-A9B7FEFD54AA}" sibTransId="{B5566AEC-B98E-4543-8644-496BB2D065D2}"/>
    <dgm:cxn modelId="{7EB751D4-8332-4101-A3F1-48C4D0CEF92D}" srcId="{A1D0FA36-8968-42E5-B56B-7A7A2CAB58D2}" destId="{42047775-9B5A-4D44-8994-27928B1419E4}" srcOrd="0" destOrd="0" parTransId="{53D1E8E0-5547-462A-A23E-157E1C81D228}" sibTransId="{5A40620F-CC02-4958-B7AE-73D952538E08}"/>
    <dgm:cxn modelId="{752B2FD7-D0D1-46E5-98A2-E416726DE82B}" type="presOf" srcId="{A1D0FA36-8968-42E5-B56B-7A7A2CAB58D2}" destId="{60AC7F53-7E46-4332-87C6-B67DB8F5BB88}" srcOrd="0" destOrd="0" presId="urn:microsoft.com/office/officeart/2005/8/layout/default"/>
    <dgm:cxn modelId="{AA163DEB-0AD4-42F0-928A-AF79E5205997}" srcId="{A1D0FA36-8968-42E5-B56B-7A7A2CAB58D2}" destId="{A2FF7F8D-0111-442F-A462-2E6F0FCE830D}" srcOrd="10" destOrd="0" parTransId="{1CC35A62-DED0-4F80-AD9A-4E956AEB7D09}" sibTransId="{8507514D-25C4-4614-94E8-BE993D51FE4A}"/>
    <dgm:cxn modelId="{92BFC0F4-93DC-4B79-A190-E6310531B802}" srcId="{A1D0FA36-8968-42E5-B56B-7A7A2CAB58D2}" destId="{D9451732-F619-4858-AA78-389A5BC57D18}" srcOrd="5" destOrd="0" parTransId="{A66ADB02-81C1-47C7-A738-8E8D86F24BE0}" sibTransId="{9016EF02-49DC-4CC1-9074-DDE18B74876F}"/>
    <dgm:cxn modelId="{8AF4B2F6-C1C5-4CAA-A76C-29B83C0C312F}" srcId="{A1D0FA36-8968-42E5-B56B-7A7A2CAB58D2}" destId="{4A7D986E-702A-457F-9939-27864614F7B2}" srcOrd="7" destOrd="0" parTransId="{85267DE1-B536-4481-9DD1-6972AA944037}" sibTransId="{8611D1C9-AB6D-4CC2-8304-CFBAE40035E2}"/>
    <dgm:cxn modelId="{2FF10CF8-C8A1-499D-AD31-D272904BB2E0}" type="presOf" srcId="{A2FF7F8D-0111-442F-A462-2E6F0FCE830D}" destId="{EF071656-A290-4D11-9FFD-5A8508E55D87}" srcOrd="0" destOrd="0" presId="urn:microsoft.com/office/officeart/2005/8/layout/default"/>
    <dgm:cxn modelId="{1C6C23FD-8B87-4794-B6F5-D13191D24C7E}" type="presOf" srcId="{991D15D9-B335-4901-89C9-A48B1A4E0400}" destId="{D66C58E4-4276-4904-B6CF-30F5101FF1FF}" srcOrd="0" destOrd="0" presId="urn:microsoft.com/office/officeart/2005/8/layout/default"/>
    <dgm:cxn modelId="{96376CFE-416F-4725-9C19-FDECCF0223BB}" srcId="{A1D0FA36-8968-42E5-B56B-7A7A2CAB58D2}" destId="{43B0D0BD-B090-47F6-AF1C-5199334EB4B1}" srcOrd="3" destOrd="0" parTransId="{AF733263-7A2D-42A4-8782-9B5F5543075D}" sibTransId="{4EA4785B-A88D-4BF7-927E-31A70A7D9E91}"/>
    <dgm:cxn modelId="{C8BEF319-D600-489E-9BDD-331E04C04FC9}" type="presParOf" srcId="{60AC7F53-7E46-4332-87C6-B67DB8F5BB88}" destId="{F4009B20-0565-40F4-B422-02CD0D301A36}" srcOrd="0" destOrd="0" presId="urn:microsoft.com/office/officeart/2005/8/layout/default"/>
    <dgm:cxn modelId="{CB5E4D8D-19CC-4602-8CEA-2E7C27A33914}" type="presParOf" srcId="{60AC7F53-7E46-4332-87C6-B67DB8F5BB88}" destId="{95024573-356A-46A9-9843-8B34C163B48F}" srcOrd="1" destOrd="0" presId="urn:microsoft.com/office/officeart/2005/8/layout/default"/>
    <dgm:cxn modelId="{3CA2F68A-7CC4-44B9-9F7E-0D9A6B2B3D33}" type="presParOf" srcId="{60AC7F53-7E46-4332-87C6-B67DB8F5BB88}" destId="{C0C59E30-3D80-4070-8954-84B06A852C7D}" srcOrd="2" destOrd="0" presId="urn:microsoft.com/office/officeart/2005/8/layout/default"/>
    <dgm:cxn modelId="{40545703-75D8-4272-9898-5EA437C1D952}" type="presParOf" srcId="{60AC7F53-7E46-4332-87C6-B67DB8F5BB88}" destId="{C5B685DE-BC5A-4D78-9D34-ACF779D75315}" srcOrd="3" destOrd="0" presId="urn:microsoft.com/office/officeart/2005/8/layout/default"/>
    <dgm:cxn modelId="{3906C4FA-A707-4FDD-A7CA-0C35A13D6057}" type="presParOf" srcId="{60AC7F53-7E46-4332-87C6-B67DB8F5BB88}" destId="{D66C58E4-4276-4904-B6CF-30F5101FF1FF}" srcOrd="4" destOrd="0" presId="urn:microsoft.com/office/officeart/2005/8/layout/default"/>
    <dgm:cxn modelId="{5E1AD1E2-C0FD-42F1-95C8-4A4EBB8A3CF6}" type="presParOf" srcId="{60AC7F53-7E46-4332-87C6-B67DB8F5BB88}" destId="{62818D08-2444-4D37-AEE4-3CF907C11292}" srcOrd="5" destOrd="0" presId="urn:microsoft.com/office/officeart/2005/8/layout/default"/>
    <dgm:cxn modelId="{7BAFA67C-E25E-4A3C-9773-DBA12AF365FE}" type="presParOf" srcId="{60AC7F53-7E46-4332-87C6-B67DB8F5BB88}" destId="{A6A86283-B2A8-4EE8-ABCF-7E2D40DF98E7}" srcOrd="6" destOrd="0" presId="urn:microsoft.com/office/officeart/2005/8/layout/default"/>
    <dgm:cxn modelId="{0CBC28D5-32ED-452C-B6FA-16069DBC39AF}" type="presParOf" srcId="{60AC7F53-7E46-4332-87C6-B67DB8F5BB88}" destId="{B6D3F0A1-6132-44A6-8BE2-97854B5664ED}" srcOrd="7" destOrd="0" presId="urn:microsoft.com/office/officeart/2005/8/layout/default"/>
    <dgm:cxn modelId="{92A63221-5C4F-4CF3-921F-3B264805D874}" type="presParOf" srcId="{60AC7F53-7E46-4332-87C6-B67DB8F5BB88}" destId="{AA9B904E-9F86-4CED-A99C-7E945205C263}" srcOrd="8" destOrd="0" presId="urn:microsoft.com/office/officeart/2005/8/layout/default"/>
    <dgm:cxn modelId="{EDE875E0-7504-4A3A-B091-8027A6ED75E7}" type="presParOf" srcId="{60AC7F53-7E46-4332-87C6-B67DB8F5BB88}" destId="{F9638D2A-D85B-43E4-830C-C30766EED021}" srcOrd="9" destOrd="0" presId="urn:microsoft.com/office/officeart/2005/8/layout/default"/>
    <dgm:cxn modelId="{A291F845-8489-401F-9766-932255C9BED0}" type="presParOf" srcId="{60AC7F53-7E46-4332-87C6-B67DB8F5BB88}" destId="{3311E068-3C51-4103-A4BF-1B7F5B18B78D}" srcOrd="10" destOrd="0" presId="urn:microsoft.com/office/officeart/2005/8/layout/default"/>
    <dgm:cxn modelId="{BCB6012B-37F7-4899-AC74-B07CE16B4ED7}" type="presParOf" srcId="{60AC7F53-7E46-4332-87C6-B67DB8F5BB88}" destId="{66EC0C3D-B0FB-4B55-979A-7D7C92ADA879}" srcOrd="11" destOrd="0" presId="urn:microsoft.com/office/officeart/2005/8/layout/default"/>
    <dgm:cxn modelId="{4ACB7E12-A60F-42F2-BEF0-05BC1F642724}" type="presParOf" srcId="{60AC7F53-7E46-4332-87C6-B67DB8F5BB88}" destId="{8B633F3A-1BBD-47EA-89CA-C247B197CBF4}" srcOrd="12" destOrd="0" presId="urn:microsoft.com/office/officeart/2005/8/layout/default"/>
    <dgm:cxn modelId="{E8D97394-1A5D-4745-8CAD-F78B04C55DA8}" type="presParOf" srcId="{60AC7F53-7E46-4332-87C6-B67DB8F5BB88}" destId="{55240F76-C7F1-4E5B-BFEC-0501A2B9DA08}" srcOrd="13" destOrd="0" presId="urn:microsoft.com/office/officeart/2005/8/layout/default"/>
    <dgm:cxn modelId="{FB547CE9-BEC4-4D19-814F-67D73510AAA7}" type="presParOf" srcId="{60AC7F53-7E46-4332-87C6-B67DB8F5BB88}" destId="{9020AEE8-2D17-467E-8625-57C3BA7B7CE0}" srcOrd="14" destOrd="0" presId="urn:microsoft.com/office/officeart/2005/8/layout/default"/>
    <dgm:cxn modelId="{BC247387-1A6B-462C-927E-51EDFE659658}" type="presParOf" srcId="{60AC7F53-7E46-4332-87C6-B67DB8F5BB88}" destId="{3D600E3E-7FD2-4ADE-842F-58A8788B5314}" srcOrd="15" destOrd="0" presId="urn:microsoft.com/office/officeart/2005/8/layout/default"/>
    <dgm:cxn modelId="{224B5C53-A9EA-4A3F-B861-1AB217B85FAE}" type="presParOf" srcId="{60AC7F53-7E46-4332-87C6-B67DB8F5BB88}" destId="{D9D9AEAB-8C25-4DF3-8119-8B1C0D6B90DA}" srcOrd="16" destOrd="0" presId="urn:microsoft.com/office/officeart/2005/8/layout/default"/>
    <dgm:cxn modelId="{4D516220-FBC7-43D7-9BE7-1CA58582C894}" type="presParOf" srcId="{60AC7F53-7E46-4332-87C6-B67DB8F5BB88}" destId="{F0D9B37D-C230-458F-B745-F7DCC6BB6EBB}" srcOrd="17" destOrd="0" presId="urn:microsoft.com/office/officeart/2005/8/layout/default"/>
    <dgm:cxn modelId="{CA29004B-F29A-4D97-81B7-6BA93B648E4F}" type="presParOf" srcId="{60AC7F53-7E46-4332-87C6-B67DB8F5BB88}" destId="{83C9FD49-1CFB-4371-AF2A-3EB1CA908CD2}" srcOrd="18" destOrd="0" presId="urn:microsoft.com/office/officeart/2005/8/layout/default"/>
    <dgm:cxn modelId="{92788F45-B943-49D5-96D6-A58D72FD28F9}" type="presParOf" srcId="{60AC7F53-7E46-4332-87C6-B67DB8F5BB88}" destId="{8A0ADF3E-DB1A-496E-8462-F981755A0984}" srcOrd="19" destOrd="0" presId="urn:microsoft.com/office/officeart/2005/8/layout/default"/>
    <dgm:cxn modelId="{B65C5BAC-CCD1-47C6-A0CF-8287CDBE7713}" type="presParOf" srcId="{60AC7F53-7E46-4332-87C6-B67DB8F5BB88}" destId="{EF071656-A290-4D11-9FFD-5A8508E55D87}" srcOrd="20" destOrd="0" presId="urn:microsoft.com/office/officeart/2005/8/layout/default"/>
    <dgm:cxn modelId="{E0D71305-69DF-459A-B9ED-578873F7F875}" type="presParOf" srcId="{60AC7F53-7E46-4332-87C6-B67DB8F5BB88}" destId="{AF5ABD00-1D27-4AC2-919A-4426470D6361}" srcOrd="21" destOrd="0" presId="urn:microsoft.com/office/officeart/2005/8/layout/default"/>
    <dgm:cxn modelId="{8F34CF1A-1CCA-4806-AFC5-3AD409401F95}" type="presParOf" srcId="{60AC7F53-7E46-4332-87C6-B67DB8F5BB88}" destId="{D3F2914D-EE6A-4B46-8892-695EDDFB705C}" srcOrd="22" destOrd="0" presId="urn:microsoft.com/office/officeart/2005/8/layout/default"/>
    <dgm:cxn modelId="{C8B67B4B-4758-482B-968F-76A8D7F168DF}" type="presParOf" srcId="{60AC7F53-7E46-4332-87C6-B67DB8F5BB88}" destId="{30B01B1B-42F4-4F18-B947-22BFAF3528B9}" srcOrd="23" destOrd="0" presId="urn:microsoft.com/office/officeart/2005/8/layout/default"/>
    <dgm:cxn modelId="{3C758860-C8F9-4EBB-8947-E50E4EAF2B3F}" type="presParOf" srcId="{60AC7F53-7E46-4332-87C6-B67DB8F5BB88}" destId="{618AA6FA-D009-434B-9EEA-AC0600B5938F}" srcOrd="24"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779D5AEC-5B41-47B1-BB09-74E8864E4744}" type="doc">
      <dgm:prSet loTypeId="urn:microsoft.com/office/officeart/2005/8/layout/vProcess5" loCatId="process" qsTypeId="urn:microsoft.com/office/officeart/2005/8/quickstyle/simple1" qsCatId="simple" csTypeId="urn:microsoft.com/office/officeart/2005/8/colors/accent1_2" csCatId="accent1"/>
      <dgm:spPr/>
      <dgm:t>
        <a:bodyPr/>
        <a:lstStyle/>
        <a:p>
          <a:endParaRPr lang="en-US"/>
        </a:p>
      </dgm:t>
    </dgm:pt>
    <dgm:pt modelId="{B7645266-5DF9-45D1-BE36-41227AA0BE57}">
      <dgm:prSet custT="1"/>
      <dgm:spPr/>
      <dgm:t>
        <a:bodyPr/>
        <a:lstStyle/>
        <a:p>
          <a:r>
            <a:rPr lang="en-US" sz="2800" dirty="0"/>
            <a:t>User logs in to the system.</a:t>
          </a:r>
        </a:p>
      </dgm:t>
    </dgm:pt>
    <dgm:pt modelId="{A46FB1B7-DAD2-48EA-9680-3F5B8D31D795}" type="parTrans" cxnId="{5342F406-1D14-4894-9323-C1BDADD24CBA}">
      <dgm:prSet/>
      <dgm:spPr/>
      <dgm:t>
        <a:bodyPr/>
        <a:lstStyle/>
        <a:p>
          <a:endParaRPr lang="en-US"/>
        </a:p>
      </dgm:t>
    </dgm:pt>
    <dgm:pt modelId="{157C2AF7-8F5D-42D4-88E8-3EE06BB315CE}" type="sibTrans" cxnId="{5342F406-1D14-4894-9323-C1BDADD24CBA}">
      <dgm:prSet/>
      <dgm:spPr/>
      <dgm:t>
        <a:bodyPr/>
        <a:lstStyle/>
        <a:p>
          <a:endParaRPr lang="en-US"/>
        </a:p>
      </dgm:t>
    </dgm:pt>
    <dgm:pt modelId="{439BEBA6-2983-4D78-8B59-175934F79A7D}">
      <dgm:prSet custT="1"/>
      <dgm:spPr/>
      <dgm:t>
        <a:bodyPr/>
        <a:lstStyle/>
        <a:p>
          <a:r>
            <a:rPr lang="en-US" sz="2800" dirty="0"/>
            <a:t>User browses available products.</a:t>
          </a:r>
        </a:p>
      </dgm:t>
    </dgm:pt>
    <dgm:pt modelId="{5949D646-FC02-4481-91DD-4FDD28CAC785}" type="parTrans" cxnId="{A2EAAA72-5E2A-4984-A2EE-2DD2CB2C3300}">
      <dgm:prSet/>
      <dgm:spPr/>
      <dgm:t>
        <a:bodyPr/>
        <a:lstStyle/>
        <a:p>
          <a:endParaRPr lang="en-US"/>
        </a:p>
      </dgm:t>
    </dgm:pt>
    <dgm:pt modelId="{B82D6F08-032D-45B6-B17F-243B466EC665}" type="sibTrans" cxnId="{A2EAAA72-5E2A-4984-A2EE-2DD2CB2C3300}">
      <dgm:prSet/>
      <dgm:spPr/>
      <dgm:t>
        <a:bodyPr/>
        <a:lstStyle/>
        <a:p>
          <a:endParaRPr lang="en-US"/>
        </a:p>
      </dgm:t>
    </dgm:pt>
    <dgm:pt modelId="{5D36B569-D80B-4A22-BCCD-345D2D492E7D}">
      <dgm:prSet custT="1"/>
      <dgm:spPr/>
      <dgm:t>
        <a:bodyPr/>
        <a:lstStyle/>
        <a:p>
          <a:r>
            <a:rPr lang="en-US" sz="2800" dirty="0"/>
            <a:t>User places an order.</a:t>
          </a:r>
        </a:p>
      </dgm:t>
    </dgm:pt>
    <dgm:pt modelId="{74F6B951-6829-45D3-B116-A1EE5DE63C5B}" type="parTrans" cxnId="{AD0BF6CA-2CAD-4C9D-81BB-8CBD5C008952}">
      <dgm:prSet/>
      <dgm:spPr/>
      <dgm:t>
        <a:bodyPr/>
        <a:lstStyle/>
        <a:p>
          <a:endParaRPr lang="en-US"/>
        </a:p>
      </dgm:t>
    </dgm:pt>
    <dgm:pt modelId="{45C8FF01-4D88-4453-A1E7-07E13194BFC6}" type="sibTrans" cxnId="{AD0BF6CA-2CAD-4C9D-81BB-8CBD5C008952}">
      <dgm:prSet/>
      <dgm:spPr/>
      <dgm:t>
        <a:bodyPr/>
        <a:lstStyle/>
        <a:p>
          <a:endParaRPr lang="en-US"/>
        </a:p>
      </dgm:t>
    </dgm:pt>
    <dgm:pt modelId="{E6171469-3E15-4815-B25F-BED4030860F6}">
      <dgm:prSet custT="1"/>
      <dgm:spPr/>
      <dgm:t>
        <a:bodyPr/>
        <a:lstStyle/>
        <a:p>
          <a:r>
            <a:rPr lang="en-US" sz="2800" dirty="0"/>
            <a:t>Admin manages user accounts.</a:t>
          </a:r>
        </a:p>
      </dgm:t>
    </dgm:pt>
    <dgm:pt modelId="{5F7787F8-0AA2-48B4-86F2-367E69D244E4}" type="parTrans" cxnId="{37C34E4D-0DFF-41F0-BA4C-512E1C17C0DE}">
      <dgm:prSet/>
      <dgm:spPr/>
      <dgm:t>
        <a:bodyPr/>
        <a:lstStyle/>
        <a:p>
          <a:endParaRPr lang="en-US"/>
        </a:p>
      </dgm:t>
    </dgm:pt>
    <dgm:pt modelId="{7BAAC656-E2A8-4619-9714-3FF65B248843}" type="sibTrans" cxnId="{37C34E4D-0DFF-41F0-BA4C-512E1C17C0DE}">
      <dgm:prSet/>
      <dgm:spPr/>
      <dgm:t>
        <a:bodyPr/>
        <a:lstStyle/>
        <a:p>
          <a:endParaRPr lang="en-US"/>
        </a:p>
      </dgm:t>
    </dgm:pt>
    <dgm:pt modelId="{5104337A-00A7-402E-B78B-58361D21B217}" type="pres">
      <dgm:prSet presAssocID="{779D5AEC-5B41-47B1-BB09-74E8864E4744}" presName="outerComposite" presStyleCnt="0">
        <dgm:presLayoutVars>
          <dgm:chMax val="5"/>
          <dgm:dir/>
          <dgm:resizeHandles val="exact"/>
        </dgm:presLayoutVars>
      </dgm:prSet>
      <dgm:spPr/>
    </dgm:pt>
    <dgm:pt modelId="{76EA7ACD-4A0D-46FE-9B31-4D77B25AB75B}" type="pres">
      <dgm:prSet presAssocID="{779D5AEC-5B41-47B1-BB09-74E8864E4744}" presName="dummyMaxCanvas" presStyleCnt="0">
        <dgm:presLayoutVars/>
      </dgm:prSet>
      <dgm:spPr/>
    </dgm:pt>
    <dgm:pt modelId="{0F46DC25-4BA8-47A1-A6E2-3F05F367F439}" type="pres">
      <dgm:prSet presAssocID="{779D5AEC-5B41-47B1-BB09-74E8864E4744}" presName="FourNodes_1" presStyleLbl="node1" presStyleIdx="0" presStyleCnt="4">
        <dgm:presLayoutVars>
          <dgm:bulletEnabled val="1"/>
        </dgm:presLayoutVars>
      </dgm:prSet>
      <dgm:spPr/>
    </dgm:pt>
    <dgm:pt modelId="{7B6D6592-1BE7-41BB-AD4C-03D203A17AEE}" type="pres">
      <dgm:prSet presAssocID="{779D5AEC-5B41-47B1-BB09-74E8864E4744}" presName="FourNodes_2" presStyleLbl="node1" presStyleIdx="1" presStyleCnt="4">
        <dgm:presLayoutVars>
          <dgm:bulletEnabled val="1"/>
        </dgm:presLayoutVars>
      </dgm:prSet>
      <dgm:spPr/>
    </dgm:pt>
    <dgm:pt modelId="{1F31DAAA-4C72-4715-B5CA-C33D6D9AD73F}" type="pres">
      <dgm:prSet presAssocID="{779D5AEC-5B41-47B1-BB09-74E8864E4744}" presName="FourNodes_3" presStyleLbl="node1" presStyleIdx="2" presStyleCnt="4">
        <dgm:presLayoutVars>
          <dgm:bulletEnabled val="1"/>
        </dgm:presLayoutVars>
      </dgm:prSet>
      <dgm:spPr/>
    </dgm:pt>
    <dgm:pt modelId="{5AA51F4A-9C85-4DED-9F15-A562A1646154}" type="pres">
      <dgm:prSet presAssocID="{779D5AEC-5B41-47B1-BB09-74E8864E4744}" presName="FourNodes_4" presStyleLbl="node1" presStyleIdx="3" presStyleCnt="4" custLinFactNeighborY="1096">
        <dgm:presLayoutVars>
          <dgm:bulletEnabled val="1"/>
        </dgm:presLayoutVars>
      </dgm:prSet>
      <dgm:spPr/>
    </dgm:pt>
    <dgm:pt modelId="{DBDBB50A-3CFA-4B3A-B916-587AA5E19BB3}" type="pres">
      <dgm:prSet presAssocID="{779D5AEC-5B41-47B1-BB09-74E8864E4744}" presName="FourConn_1-2" presStyleLbl="fgAccFollowNode1" presStyleIdx="0" presStyleCnt="3">
        <dgm:presLayoutVars>
          <dgm:bulletEnabled val="1"/>
        </dgm:presLayoutVars>
      </dgm:prSet>
      <dgm:spPr/>
    </dgm:pt>
    <dgm:pt modelId="{CAA77EF5-161A-4B8C-B25F-7915FF60153C}" type="pres">
      <dgm:prSet presAssocID="{779D5AEC-5B41-47B1-BB09-74E8864E4744}" presName="FourConn_2-3" presStyleLbl="fgAccFollowNode1" presStyleIdx="1" presStyleCnt="3">
        <dgm:presLayoutVars>
          <dgm:bulletEnabled val="1"/>
        </dgm:presLayoutVars>
      </dgm:prSet>
      <dgm:spPr/>
    </dgm:pt>
    <dgm:pt modelId="{D6E295A5-94FE-4424-AC3A-BFFB097E738A}" type="pres">
      <dgm:prSet presAssocID="{779D5AEC-5B41-47B1-BB09-74E8864E4744}" presName="FourConn_3-4" presStyleLbl="fgAccFollowNode1" presStyleIdx="2" presStyleCnt="3">
        <dgm:presLayoutVars>
          <dgm:bulletEnabled val="1"/>
        </dgm:presLayoutVars>
      </dgm:prSet>
      <dgm:spPr/>
    </dgm:pt>
    <dgm:pt modelId="{74533165-55B3-4AF2-8518-B253D7E33B77}" type="pres">
      <dgm:prSet presAssocID="{779D5AEC-5B41-47B1-BB09-74E8864E4744}" presName="FourNodes_1_text" presStyleLbl="node1" presStyleIdx="3" presStyleCnt="4">
        <dgm:presLayoutVars>
          <dgm:bulletEnabled val="1"/>
        </dgm:presLayoutVars>
      </dgm:prSet>
      <dgm:spPr/>
    </dgm:pt>
    <dgm:pt modelId="{7588D421-5B73-4AA6-8A31-104DF98C6CD1}" type="pres">
      <dgm:prSet presAssocID="{779D5AEC-5B41-47B1-BB09-74E8864E4744}" presName="FourNodes_2_text" presStyleLbl="node1" presStyleIdx="3" presStyleCnt="4">
        <dgm:presLayoutVars>
          <dgm:bulletEnabled val="1"/>
        </dgm:presLayoutVars>
      </dgm:prSet>
      <dgm:spPr/>
    </dgm:pt>
    <dgm:pt modelId="{B8299F16-AFBE-4EF6-AAAD-14CECAC81E44}" type="pres">
      <dgm:prSet presAssocID="{779D5AEC-5B41-47B1-BB09-74E8864E4744}" presName="FourNodes_3_text" presStyleLbl="node1" presStyleIdx="3" presStyleCnt="4">
        <dgm:presLayoutVars>
          <dgm:bulletEnabled val="1"/>
        </dgm:presLayoutVars>
      </dgm:prSet>
      <dgm:spPr/>
    </dgm:pt>
    <dgm:pt modelId="{39533F73-D944-44DE-9F69-C00A2AD35EF8}" type="pres">
      <dgm:prSet presAssocID="{779D5AEC-5B41-47B1-BB09-74E8864E4744}" presName="FourNodes_4_text" presStyleLbl="node1" presStyleIdx="3" presStyleCnt="4">
        <dgm:presLayoutVars>
          <dgm:bulletEnabled val="1"/>
        </dgm:presLayoutVars>
      </dgm:prSet>
      <dgm:spPr/>
    </dgm:pt>
  </dgm:ptLst>
  <dgm:cxnLst>
    <dgm:cxn modelId="{F93F4B05-9B6C-4765-A131-06EEEBF4DB99}" type="presOf" srcId="{439BEBA6-2983-4D78-8B59-175934F79A7D}" destId="{7588D421-5B73-4AA6-8A31-104DF98C6CD1}" srcOrd="1" destOrd="0" presId="urn:microsoft.com/office/officeart/2005/8/layout/vProcess5"/>
    <dgm:cxn modelId="{5342F406-1D14-4894-9323-C1BDADD24CBA}" srcId="{779D5AEC-5B41-47B1-BB09-74E8864E4744}" destId="{B7645266-5DF9-45D1-BE36-41227AA0BE57}" srcOrd="0" destOrd="0" parTransId="{A46FB1B7-DAD2-48EA-9680-3F5B8D31D795}" sibTransId="{157C2AF7-8F5D-42D4-88E8-3EE06BB315CE}"/>
    <dgm:cxn modelId="{233AC815-88FD-422C-B890-38B137A40CEE}" type="presOf" srcId="{779D5AEC-5B41-47B1-BB09-74E8864E4744}" destId="{5104337A-00A7-402E-B78B-58361D21B217}" srcOrd="0" destOrd="0" presId="urn:microsoft.com/office/officeart/2005/8/layout/vProcess5"/>
    <dgm:cxn modelId="{58538331-894E-43A8-9ED0-61728656B896}" type="presOf" srcId="{5D36B569-D80B-4A22-BCCD-345D2D492E7D}" destId="{1F31DAAA-4C72-4715-B5CA-C33D6D9AD73F}" srcOrd="0" destOrd="0" presId="urn:microsoft.com/office/officeart/2005/8/layout/vProcess5"/>
    <dgm:cxn modelId="{4FD50937-86CC-4E68-8842-F865758D9D57}" type="presOf" srcId="{E6171469-3E15-4815-B25F-BED4030860F6}" destId="{39533F73-D944-44DE-9F69-C00A2AD35EF8}" srcOrd="1" destOrd="0" presId="urn:microsoft.com/office/officeart/2005/8/layout/vProcess5"/>
    <dgm:cxn modelId="{22C6FC6A-A3B1-4208-BC19-9FDECD54A03A}" type="presOf" srcId="{5D36B569-D80B-4A22-BCCD-345D2D492E7D}" destId="{B8299F16-AFBE-4EF6-AAAD-14CECAC81E44}" srcOrd="1" destOrd="0" presId="urn:microsoft.com/office/officeart/2005/8/layout/vProcess5"/>
    <dgm:cxn modelId="{37C34E4D-0DFF-41F0-BA4C-512E1C17C0DE}" srcId="{779D5AEC-5B41-47B1-BB09-74E8864E4744}" destId="{E6171469-3E15-4815-B25F-BED4030860F6}" srcOrd="3" destOrd="0" parTransId="{5F7787F8-0AA2-48B4-86F2-367E69D244E4}" sibTransId="{7BAAC656-E2A8-4619-9714-3FF65B248843}"/>
    <dgm:cxn modelId="{A2EAAA72-5E2A-4984-A2EE-2DD2CB2C3300}" srcId="{779D5AEC-5B41-47B1-BB09-74E8864E4744}" destId="{439BEBA6-2983-4D78-8B59-175934F79A7D}" srcOrd="1" destOrd="0" parTransId="{5949D646-FC02-4481-91DD-4FDD28CAC785}" sibTransId="{B82D6F08-032D-45B6-B17F-243B466EC665}"/>
    <dgm:cxn modelId="{1325BB9F-7557-4913-B444-9B15B7E46B29}" type="presOf" srcId="{45C8FF01-4D88-4453-A1E7-07E13194BFC6}" destId="{D6E295A5-94FE-4424-AC3A-BFFB097E738A}" srcOrd="0" destOrd="0" presId="urn:microsoft.com/office/officeart/2005/8/layout/vProcess5"/>
    <dgm:cxn modelId="{F7F40BA5-665D-429E-AD73-0DB232308841}" type="presOf" srcId="{439BEBA6-2983-4D78-8B59-175934F79A7D}" destId="{7B6D6592-1BE7-41BB-AD4C-03D203A17AEE}" srcOrd="0" destOrd="0" presId="urn:microsoft.com/office/officeart/2005/8/layout/vProcess5"/>
    <dgm:cxn modelId="{29C79EA7-E6EC-498E-B557-4ECCC1660F9C}" type="presOf" srcId="{157C2AF7-8F5D-42D4-88E8-3EE06BB315CE}" destId="{DBDBB50A-3CFA-4B3A-B916-587AA5E19BB3}" srcOrd="0" destOrd="0" presId="urn:microsoft.com/office/officeart/2005/8/layout/vProcess5"/>
    <dgm:cxn modelId="{98C5A9AF-39F4-4C64-BBB7-79DC2596412F}" type="presOf" srcId="{E6171469-3E15-4815-B25F-BED4030860F6}" destId="{5AA51F4A-9C85-4DED-9F15-A562A1646154}" srcOrd="0" destOrd="0" presId="urn:microsoft.com/office/officeart/2005/8/layout/vProcess5"/>
    <dgm:cxn modelId="{AD0BF6CA-2CAD-4C9D-81BB-8CBD5C008952}" srcId="{779D5AEC-5B41-47B1-BB09-74E8864E4744}" destId="{5D36B569-D80B-4A22-BCCD-345D2D492E7D}" srcOrd="2" destOrd="0" parTransId="{74F6B951-6829-45D3-B116-A1EE5DE63C5B}" sibTransId="{45C8FF01-4D88-4453-A1E7-07E13194BFC6}"/>
    <dgm:cxn modelId="{ECAC18D1-1C85-4CFF-B930-15AA25957FD1}" type="presOf" srcId="{B7645266-5DF9-45D1-BE36-41227AA0BE57}" destId="{74533165-55B3-4AF2-8518-B253D7E33B77}" srcOrd="1" destOrd="0" presId="urn:microsoft.com/office/officeart/2005/8/layout/vProcess5"/>
    <dgm:cxn modelId="{7A314DD2-ABDE-40D5-9A9E-0B0FC3B0954C}" type="presOf" srcId="{B82D6F08-032D-45B6-B17F-243B466EC665}" destId="{CAA77EF5-161A-4B8C-B25F-7915FF60153C}" srcOrd="0" destOrd="0" presId="urn:microsoft.com/office/officeart/2005/8/layout/vProcess5"/>
    <dgm:cxn modelId="{7A11BAFA-2F02-47E7-802A-4E68488D8735}" type="presOf" srcId="{B7645266-5DF9-45D1-BE36-41227AA0BE57}" destId="{0F46DC25-4BA8-47A1-A6E2-3F05F367F439}" srcOrd="0" destOrd="0" presId="urn:microsoft.com/office/officeart/2005/8/layout/vProcess5"/>
    <dgm:cxn modelId="{57740304-0A0C-4AE0-887F-3824DD8322AF}" type="presParOf" srcId="{5104337A-00A7-402E-B78B-58361D21B217}" destId="{76EA7ACD-4A0D-46FE-9B31-4D77B25AB75B}" srcOrd="0" destOrd="0" presId="urn:microsoft.com/office/officeart/2005/8/layout/vProcess5"/>
    <dgm:cxn modelId="{6BE66761-17FF-4461-BDD3-2C1665F3D23B}" type="presParOf" srcId="{5104337A-00A7-402E-B78B-58361D21B217}" destId="{0F46DC25-4BA8-47A1-A6E2-3F05F367F439}" srcOrd="1" destOrd="0" presId="urn:microsoft.com/office/officeart/2005/8/layout/vProcess5"/>
    <dgm:cxn modelId="{9BD94932-F403-4F18-818B-3EE83F6C241B}" type="presParOf" srcId="{5104337A-00A7-402E-B78B-58361D21B217}" destId="{7B6D6592-1BE7-41BB-AD4C-03D203A17AEE}" srcOrd="2" destOrd="0" presId="urn:microsoft.com/office/officeart/2005/8/layout/vProcess5"/>
    <dgm:cxn modelId="{1E12BDBE-3A9B-4FD0-8E34-6A2C245AF2FF}" type="presParOf" srcId="{5104337A-00A7-402E-B78B-58361D21B217}" destId="{1F31DAAA-4C72-4715-B5CA-C33D6D9AD73F}" srcOrd="3" destOrd="0" presId="urn:microsoft.com/office/officeart/2005/8/layout/vProcess5"/>
    <dgm:cxn modelId="{92D0E885-6442-4AF1-B030-92473016E972}" type="presParOf" srcId="{5104337A-00A7-402E-B78B-58361D21B217}" destId="{5AA51F4A-9C85-4DED-9F15-A562A1646154}" srcOrd="4" destOrd="0" presId="urn:microsoft.com/office/officeart/2005/8/layout/vProcess5"/>
    <dgm:cxn modelId="{A2C44818-0E0A-473C-AE8A-FA9AEB4D0485}" type="presParOf" srcId="{5104337A-00A7-402E-B78B-58361D21B217}" destId="{DBDBB50A-3CFA-4B3A-B916-587AA5E19BB3}" srcOrd="5" destOrd="0" presId="urn:microsoft.com/office/officeart/2005/8/layout/vProcess5"/>
    <dgm:cxn modelId="{1E94A59D-B074-4718-A527-97765766D9F5}" type="presParOf" srcId="{5104337A-00A7-402E-B78B-58361D21B217}" destId="{CAA77EF5-161A-4B8C-B25F-7915FF60153C}" srcOrd="6" destOrd="0" presId="urn:microsoft.com/office/officeart/2005/8/layout/vProcess5"/>
    <dgm:cxn modelId="{DEC0E5FC-D623-4F30-B03B-64A00AD6683A}" type="presParOf" srcId="{5104337A-00A7-402E-B78B-58361D21B217}" destId="{D6E295A5-94FE-4424-AC3A-BFFB097E738A}" srcOrd="7" destOrd="0" presId="urn:microsoft.com/office/officeart/2005/8/layout/vProcess5"/>
    <dgm:cxn modelId="{2EE8F609-7270-4E70-8D87-EC1CE9AA39FF}" type="presParOf" srcId="{5104337A-00A7-402E-B78B-58361D21B217}" destId="{74533165-55B3-4AF2-8518-B253D7E33B77}" srcOrd="8" destOrd="0" presId="urn:microsoft.com/office/officeart/2005/8/layout/vProcess5"/>
    <dgm:cxn modelId="{D136EE23-E657-4FAA-B928-721EE0C45E86}" type="presParOf" srcId="{5104337A-00A7-402E-B78B-58361D21B217}" destId="{7588D421-5B73-4AA6-8A31-104DF98C6CD1}" srcOrd="9" destOrd="0" presId="urn:microsoft.com/office/officeart/2005/8/layout/vProcess5"/>
    <dgm:cxn modelId="{4FF64428-93FF-42F1-9C95-F27519FAA304}" type="presParOf" srcId="{5104337A-00A7-402E-B78B-58361D21B217}" destId="{B8299F16-AFBE-4EF6-AAAD-14CECAC81E44}" srcOrd="10" destOrd="0" presId="urn:microsoft.com/office/officeart/2005/8/layout/vProcess5"/>
    <dgm:cxn modelId="{41774016-98BE-4C94-B8EC-1CD412AEF681}" type="presParOf" srcId="{5104337A-00A7-402E-B78B-58361D21B217}" destId="{39533F73-D944-44DE-9F69-C00A2AD35EF8}" srcOrd="11"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C228DFF4-61A6-48EA-9322-A2916C3B90F7}"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9D5756C5-188C-4F30-8F55-E0824067ABEB}">
      <dgm:prSet/>
      <dgm:spPr/>
      <dgm:t>
        <a:bodyPr/>
        <a:lstStyle/>
        <a:p>
          <a:pPr>
            <a:lnSpc>
              <a:spcPct val="100000"/>
            </a:lnSpc>
          </a:pPr>
          <a:r>
            <a:rPr lang="en-US" dirty="0"/>
            <a:t>Show how objects interact in a particular scenario.</a:t>
          </a:r>
        </a:p>
      </dgm:t>
    </dgm:pt>
    <dgm:pt modelId="{37F26458-67D5-4CC1-A764-8ED047796B73}" type="parTrans" cxnId="{D3EE526B-6E56-4A59-BD3A-6E4D4B155EA2}">
      <dgm:prSet/>
      <dgm:spPr/>
      <dgm:t>
        <a:bodyPr/>
        <a:lstStyle/>
        <a:p>
          <a:endParaRPr lang="en-US"/>
        </a:p>
      </dgm:t>
    </dgm:pt>
    <dgm:pt modelId="{7FDFD0D5-C2C4-4814-AA88-F90A11ED7B11}" type="sibTrans" cxnId="{D3EE526B-6E56-4A59-BD3A-6E4D4B155EA2}">
      <dgm:prSet/>
      <dgm:spPr/>
      <dgm:t>
        <a:bodyPr/>
        <a:lstStyle/>
        <a:p>
          <a:endParaRPr lang="en-US"/>
        </a:p>
      </dgm:t>
    </dgm:pt>
    <dgm:pt modelId="{685C41FA-714C-4AB9-AF3B-F6D2FFB90AC9}">
      <dgm:prSet/>
      <dgm:spPr/>
      <dgm:t>
        <a:bodyPr/>
        <a:lstStyle/>
        <a:p>
          <a:pPr>
            <a:lnSpc>
              <a:spcPct val="100000"/>
            </a:lnSpc>
          </a:pPr>
          <a:r>
            <a:rPr lang="en-US"/>
            <a:t>Focus on the order of messages between objects.</a:t>
          </a:r>
        </a:p>
      </dgm:t>
    </dgm:pt>
    <dgm:pt modelId="{EBFAD253-FEC0-4B25-BA57-075324F44A6A}" type="parTrans" cxnId="{64231CA0-2284-4CC9-80EC-528E36E53855}">
      <dgm:prSet/>
      <dgm:spPr/>
      <dgm:t>
        <a:bodyPr/>
        <a:lstStyle/>
        <a:p>
          <a:endParaRPr lang="en-US"/>
        </a:p>
      </dgm:t>
    </dgm:pt>
    <dgm:pt modelId="{EB1E3C49-64E5-44E1-AA56-CFCB9C458D53}" type="sibTrans" cxnId="{64231CA0-2284-4CC9-80EC-528E36E53855}">
      <dgm:prSet/>
      <dgm:spPr/>
      <dgm:t>
        <a:bodyPr/>
        <a:lstStyle/>
        <a:p>
          <a:endParaRPr lang="en-US"/>
        </a:p>
      </dgm:t>
    </dgm:pt>
    <dgm:pt modelId="{9BDEF0A7-D7AA-414A-A5AC-F6DDA3D7BE55}">
      <dgm:prSet/>
      <dgm:spPr/>
      <dgm:t>
        <a:bodyPr/>
        <a:lstStyle/>
        <a:p>
          <a:pPr>
            <a:lnSpc>
              <a:spcPct val="100000"/>
            </a:lnSpc>
          </a:pPr>
          <a:r>
            <a:rPr lang="en-US" dirty="0"/>
            <a:t>Useful for visualizing workflows and method calls.</a:t>
          </a:r>
        </a:p>
      </dgm:t>
    </dgm:pt>
    <dgm:pt modelId="{5CD1C673-704D-4B8C-8FCC-D19C613062FD}" type="parTrans" cxnId="{2F57E326-212B-4772-A88D-BD5A02D7DDE8}">
      <dgm:prSet/>
      <dgm:spPr/>
      <dgm:t>
        <a:bodyPr/>
        <a:lstStyle/>
        <a:p>
          <a:endParaRPr lang="en-US"/>
        </a:p>
      </dgm:t>
    </dgm:pt>
    <dgm:pt modelId="{9D16E3EE-1A61-4BC9-8034-A18BBE5A0908}" type="sibTrans" cxnId="{2F57E326-212B-4772-A88D-BD5A02D7DDE8}">
      <dgm:prSet/>
      <dgm:spPr/>
      <dgm:t>
        <a:bodyPr/>
        <a:lstStyle/>
        <a:p>
          <a:endParaRPr lang="en-US"/>
        </a:p>
      </dgm:t>
    </dgm:pt>
    <dgm:pt modelId="{9202AF87-E0AF-40E1-B032-1E592F91FAB9}" type="pres">
      <dgm:prSet presAssocID="{C228DFF4-61A6-48EA-9322-A2916C3B90F7}" presName="root" presStyleCnt="0">
        <dgm:presLayoutVars>
          <dgm:dir/>
          <dgm:resizeHandles val="exact"/>
        </dgm:presLayoutVars>
      </dgm:prSet>
      <dgm:spPr/>
    </dgm:pt>
    <dgm:pt modelId="{B572AA56-4F2A-438D-95E4-7A195B07CE91}" type="pres">
      <dgm:prSet presAssocID="{9D5756C5-188C-4F30-8F55-E0824067ABEB}" presName="compNode" presStyleCnt="0"/>
      <dgm:spPr/>
    </dgm:pt>
    <dgm:pt modelId="{3493E21A-EAD5-4DB1-9AA3-D5DB536AE038}" type="pres">
      <dgm:prSet presAssocID="{9D5756C5-188C-4F30-8F55-E0824067ABEB}"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Document"/>
        </a:ext>
      </dgm:extLst>
    </dgm:pt>
    <dgm:pt modelId="{D3E4B9F4-79FB-4151-89B4-85A163F8CA76}" type="pres">
      <dgm:prSet presAssocID="{9D5756C5-188C-4F30-8F55-E0824067ABEB}" presName="spaceRect" presStyleCnt="0"/>
      <dgm:spPr/>
    </dgm:pt>
    <dgm:pt modelId="{9F2529C3-CF2D-45BB-9BBB-1E15EF34BCAF}" type="pres">
      <dgm:prSet presAssocID="{9D5756C5-188C-4F30-8F55-E0824067ABEB}" presName="textRect" presStyleLbl="revTx" presStyleIdx="0" presStyleCnt="3">
        <dgm:presLayoutVars>
          <dgm:chMax val="1"/>
          <dgm:chPref val="1"/>
        </dgm:presLayoutVars>
      </dgm:prSet>
      <dgm:spPr/>
    </dgm:pt>
    <dgm:pt modelId="{2AE33DE3-AF67-4CD6-AB7C-26E0DE021D36}" type="pres">
      <dgm:prSet presAssocID="{7FDFD0D5-C2C4-4814-AA88-F90A11ED7B11}" presName="sibTrans" presStyleCnt="0"/>
      <dgm:spPr/>
    </dgm:pt>
    <dgm:pt modelId="{CAB3AE50-1F69-47CB-90E0-1CC6F2170205}" type="pres">
      <dgm:prSet presAssocID="{685C41FA-714C-4AB9-AF3B-F6D2FFB90AC9}" presName="compNode" presStyleCnt="0"/>
      <dgm:spPr/>
    </dgm:pt>
    <dgm:pt modelId="{D74EB2A0-D956-47F0-B339-5D517B968CA3}" type="pres">
      <dgm:prSet presAssocID="{685C41FA-714C-4AB9-AF3B-F6D2FFB90AC9}"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agnifying glass"/>
        </a:ext>
      </dgm:extLst>
    </dgm:pt>
    <dgm:pt modelId="{654535DC-0712-486E-BE68-C068F634983C}" type="pres">
      <dgm:prSet presAssocID="{685C41FA-714C-4AB9-AF3B-F6D2FFB90AC9}" presName="spaceRect" presStyleCnt="0"/>
      <dgm:spPr/>
    </dgm:pt>
    <dgm:pt modelId="{CF6F988A-6416-4829-9E94-CAA10F3836DD}" type="pres">
      <dgm:prSet presAssocID="{685C41FA-714C-4AB9-AF3B-F6D2FFB90AC9}" presName="textRect" presStyleLbl="revTx" presStyleIdx="1" presStyleCnt="3">
        <dgm:presLayoutVars>
          <dgm:chMax val="1"/>
          <dgm:chPref val="1"/>
        </dgm:presLayoutVars>
      </dgm:prSet>
      <dgm:spPr/>
    </dgm:pt>
    <dgm:pt modelId="{6E509180-3AC3-4511-8E7D-03B2C6B82060}" type="pres">
      <dgm:prSet presAssocID="{EB1E3C49-64E5-44E1-AA56-CFCB9C458D53}" presName="sibTrans" presStyleCnt="0"/>
      <dgm:spPr/>
    </dgm:pt>
    <dgm:pt modelId="{C1CF6F32-6B97-47B8-8373-766FCF69F80C}" type="pres">
      <dgm:prSet presAssocID="{9BDEF0A7-D7AA-414A-A5AC-F6DDA3D7BE55}" presName="compNode" presStyleCnt="0"/>
      <dgm:spPr/>
    </dgm:pt>
    <dgm:pt modelId="{6018E3AD-8223-4217-A268-745070DBB50D}" type="pres">
      <dgm:prSet presAssocID="{9BDEF0A7-D7AA-414A-A5AC-F6DDA3D7BE55}"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Speaker Phone"/>
        </a:ext>
      </dgm:extLst>
    </dgm:pt>
    <dgm:pt modelId="{EC204979-55E5-45F5-A85A-C844762DAAD4}" type="pres">
      <dgm:prSet presAssocID="{9BDEF0A7-D7AA-414A-A5AC-F6DDA3D7BE55}" presName="spaceRect" presStyleCnt="0"/>
      <dgm:spPr/>
    </dgm:pt>
    <dgm:pt modelId="{B5C4968B-C6BC-49BD-ACE8-B006E66A9E2D}" type="pres">
      <dgm:prSet presAssocID="{9BDEF0A7-D7AA-414A-A5AC-F6DDA3D7BE55}" presName="textRect" presStyleLbl="revTx" presStyleIdx="2" presStyleCnt="3">
        <dgm:presLayoutVars>
          <dgm:chMax val="1"/>
          <dgm:chPref val="1"/>
        </dgm:presLayoutVars>
      </dgm:prSet>
      <dgm:spPr/>
    </dgm:pt>
  </dgm:ptLst>
  <dgm:cxnLst>
    <dgm:cxn modelId="{D99CE40F-B944-4960-808B-686A2AA3C5C5}" type="presOf" srcId="{9BDEF0A7-D7AA-414A-A5AC-F6DDA3D7BE55}" destId="{B5C4968B-C6BC-49BD-ACE8-B006E66A9E2D}" srcOrd="0" destOrd="0" presId="urn:microsoft.com/office/officeart/2018/2/layout/IconLabelList"/>
    <dgm:cxn modelId="{2F57E326-212B-4772-A88D-BD5A02D7DDE8}" srcId="{C228DFF4-61A6-48EA-9322-A2916C3B90F7}" destId="{9BDEF0A7-D7AA-414A-A5AC-F6DDA3D7BE55}" srcOrd="2" destOrd="0" parTransId="{5CD1C673-704D-4B8C-8FCC-D19C613062FD}" sibTransId="{9D16E3EE-1A61-4BC9-8034-A18BBE5A0908}"/>
    <dgm:cxn modelId="{263A2E39-A387-44E2-97D7-3C57BE938BFE}" type="presOf" srcId="{9D5756C5-188C-4F30-8F55-E0824067ABEB}" destId="{9F2529C3-CF2D-45BB-9BBB-1E15EF34BCAF}" srcOrd="0" destOrd="0" presId="urn:microsoft.com/office/officeart/2018/2/layout/IconLabelList"/>
    <dgm:cxn modelId="{AF71955E-1E06-422B-A9E3-085A35806353}" type="presOf" srcId="{C228DFF4-61A6-48EA-9322-A2916C3B90F7}" destId="{9202AF87-E0AF-40E1-B032-1E592F91FAB9}" srcOrd="0" destOrd="0" presId="urn:microsoft.com/office/officeart/2018/2/layout/IconLabelList"/>
    <dgm:cxn modelId="{D3EE526B-6E56-4A59-BD3A-6E4D4B155EA2}" srcId="{C228DFF4-61A6-48EA-9322-A2916C3B90F7}" destId="{9D5756C5-188C-4F30-8F55-E0824067ABEB}" srcOrd="0" destOrd="0" parTransId="{37F26458-67D5-4CC1-A764-8ED047796B73}" sibTransId="{7FDFD0D5-C2C4-4814-AA88-F90A11ED7B11}"/>
    <dgm:cxn modelId="{64231CA0-2284-4CC9-80EC-528E36E53855}" srcId="{C228DFF4-61A6-48EA-9322-A2916C3B90F7}" destId="{685C41FA-714C-4AB9-AF3B-F6D2FFB90AC9}" srcOrd="1" destOrd="0" parTransId="{EBFAD253-FEC0-4B25-BA57-075324F44A6A}" sibTransId="{EB1E3C49-64E5-44E1-AA56-CFCB9C458D53}"/>
    <dgm:cxn modelId="{ABC651EA-6273-4320-8E1B-9933FA2153C5}" type="presOf" srcId="{685C41FA-714C-4AB9-AF3B-F6D2FFB90AC9}" destId="{CF6F988A-6416-4829-9E94-CAA10F3836DD}" srcOrd="0" destOrd="0" presId="urn:microsoft.com/office/officeart/2018/2/layout/IconLabelList"/>
    <dgm:cxn modelId="{D8E08EB3-A35C-46AA-A531-F0E4BCD65B92}" type="presParOf" srcId="{9202AF87-E0AF-40E1-B032-1E592F91FAB9}" destId="{B572AA56-4F2A-438D-95E4-7A195B07CE91}" srcOrd="0" destOrd="0" presId="urn:microsoft.com/office/officeart/2018/2/layout/IconLabelList"/>
    <dgm:cxn modelId="{07FDC40F-9460-49E9-A227-52FB6D162A24}" type="presParOf" srcId="{B572AA56-4F2A-438D-95E4-7A195B07CE91}" destId="{3493E21A-EAD5-4DB1-9AA3-D5DB536AE038}" srcOrd="0" destOrd="0" presId="urn:microsoft.com/office/officeart/2018/2/layout/IconLabelList"/>
    <dgm:cxn modelId="{778B8D79-2304-4B1E-AA77-1BEFF29B0500}" type="presParOf" srcId="{B572AA56-4F2A-438D-95E4-7A195B07CE91}" destId="{D3E4B9F4-79FB-4151-89B4-85A163F8CA76}" srcOrd="1" destOrd="0" presId="urn:microsoft.com/office/officeart/2018/2/layout/IconLabelList"/>
    <dgm:cxn modelId="{B4C98B3A-E8A6-4F3C-9079-04D392121114}" type="presParOf" srcId="{B572AA56-4F2A-438D-95E4-7A195B07CE91}" destId="{9F2529C3-CF2D-45BB-9BBB-1E15EF34BCAF}" srcOrd="2" destOrd="0" presId="urn:microsoft.com/office/officeart/2018/2/layout/IconLabelList"/>
    <dgm:cxn modelId="{4D78B278-AA66-4458-BC7E-A778B9D48731}" type="presParOf" srcId="{9202AF87-E0AF-40E1-B032-1E592F91FAB9}" destId="{2AE33DE3-AF67-4CD6-AB7C-26E0DE021D36}" srcOrd="1" destOrd="0" presId="urn:microsoft.com/office/officeart/2018/2/layout/IconLabelList"/>
    <dgm:cxn modelId="{F0FB8050-8D1F-4BEF-9611-7D553EA9F550}" type="presParOf" srcId="{9202AF87-E0AF-40E1-B032-1E592F91FAB9}" destId="{CAB3AE50-1F69-47CB-90E0-1CC6F2170205}" srcOrd="2" destOrd="0" presId="urn:microsoft.com/office/officeart/2018/2/layout/IconLabelList"/>
    <dgm:cxn modelId="{9D1D18FC-5BE3-4C45-A2E1-1480B1F606CF}" type="presParOf" srcId="{CAB3AE50-1F69-47CB-90E0-1CC6F2170205}" destId="{D74EB2A0-D956-47F0-B339-5D517B968CA3}" srcOrd="0" destOrd="0" presId="urn:microsoft.com/office/officeart/2018/2/layout/IconLabelList"/>
    <dgm:cxn modelId="{01D4F8C8-79B9-4798-B578-1E2A3841C9AA}" type="presParOf" srcId="{CAB3AE50-1F69-47CB-90E0-1CC6F2170205}" destId="{654535DC-0712-486E-BE68-C068F634983C}" srcOrd="1" destOrd="0" presId="urn:microsoft.com/office/officeart/2018/2/layout/IconLabelList"/>
    <dgm:cxn modelId="{EF2727C1-1339-44B7-9C63-62BEEAEA5BEB}" type="presParOf" srcId="{CAB3AE50-1F69-47CB-90E0-1CC6F2170205}" destId="{CF6F988A-6416-4829-9E94-CAA10F3836DD}" srcOrd="2" destOrd="0" presId="urn:microsoft.com/office/officeart/2018/2/layout/IconLabelList"/>
    <dgm:cxn modelId="{F342C8E2-7605-48C8-ADF2-8C0DBA9386A1}" type="presParOf" srcId="{9202AF87-E0AF-40E1-B032-1E592F91FAB9}" destId="{6E509180-3AC3-4511-8E7D-03B2C6B82060}" srcOrd="3" destOrd="0" presId="urn:microsoft.com/office/officeart/2018/2/layout/IconLabelList"/>
    <dgm:cxn modelId="{EFCCFBBF-AA61-4D9A-AFE1-81091D9B68D8}" type="presParOf" srcId="{9202AF87-E0AF-40E1-B032-1E592F91FAB9}" destId="{C1CF6F32-6B97-47B8-8373-766FCF69F80C}" srcOrd="4" destOrd="0" presId="urn:microsoft.com/office/officeart/2018/2/layout/IconLabelList"/>
    <dgm:cxn modelId="{700CC259-0159-4694-BC25-A2A13BF112AA}" type="presParOf" srcId="{C1CF6F32-6B97-47B8-8373-766FCF69F80C}" destId="{6018E3AD-8223-4217-A268-745070DBB50D}" srcOrd="0" destOrd="0" presId="urn:microsoft.com/office/officeart/2018/2/layout/IconLabelList"/>
    <dgm:cxn modelId="{B5E0E821-6E71-46FC-90DD-EC10AE343D1C}" type="presParOf" srcId="{C1CF6F32-6B97-47B8-8373-766FCF69F80C}" destId="{EC204979-55E5-45F5-A85A-C844762DAAD4}" srcOrd="1" destOrd="0" presId="urn:microsoft.com/office/officeart/2018/2/layout/IconLabelList"/>
    <dgm:cxn modelId="{966B6519-49BE-4DF4-A0BD-3D253ED14B39}" type="presParOf" srcId="{C1CF6F32-6B97-47B8-8373-766FCF69F80C}" destId="{B5C4968B-C6BC-49BD-ACE8-B006E66A9E2D}"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BA8B64A9-7218-4370-A307-8293A5C823A1}"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E026B600-B22B-420C-9F74-1026417DDB59}">
      <dgm:prSet/>
      <dgm:spPr/>
      <dgm:t>
        <a:bodyPr/>
        <a:lstStyle/>
        <a:p>
          <a:pPr>
            <a:lnSpc>
              <a:spcPct val="100000"/>
            </a:lnSpc>
          </a:pPr>
          <a:r>
            <a:rPr lang="en-US"/>
            <a:t>Use case diagrams reflect user goals </a:t>
          </a:r>
          <a:br>
            <a:rPr lang="en-US"/>
          </a:br>
          <a:r>
            <a:rPr lang="en-US"/>
            <a:t>and interactions.</a:t>
          </a:r>
        </a:p>
      </dgm:t>
    </dgm:pt>
    <dgm:pt modelId="{129F86B6-5A49-4430-AC28-4BCB6345A1EC}" type="parTrans" cxnId="{6DCEED31-29DD-43DC-BBB3-044B7E2C6B84}">
      <dgm:prSet/>
      <dgm:spPr/>
      <dgm:t>
        <a:bodyPr/>
        <a:lstStyle/>
        <a:p>
          <a:endParaRPr lang="en-US"/>
        </a:p>
      </dgm:t>
    </dgm:pt>
    <dgm:pt modelId="{D512F502-03CE-4862-A0F5-839055EC9440}" type="sibTrans" cxnId="{6DCEED31-29DD-43DC-BBB3-044B7E2C6B84}">
      <dgm:prSet/>
      <dgm:spPr/>
      <dgm:t>
        <a:bodyPr/>
        <a:lstStyle/>
        <a:p>
          <a:endParaRPr lang="en-US"/>
        </a:p>
      </dgm:t>
    </dgm:pt>
    <dgm:pt modelId="{CD86E3E3-CB22-4475-A287-FC6BE955939D}">
      <dgm:prSet/>
      <dgm:spPr/>
      <dgm:t>
        <a:bodyPr/>
        <a:lstStyle/>
        <a:p>
          <a:pPr>
            <a:lnSpc>
              <a:spcPct val="100000"/>
            </a:lnSpc>
          </a:pPr>
          <a:br>
            <a:rPr lang="en-US"/>
          </a:br>
          <a:r>
            <a:rPr lang="en-US"/>
            <a:t>Class diagrams model data from user stories.</a:t>
          </a:r>
        </a:p>
      </dgm:t>
    </dgm:pt>
    <dgm:pt modelId="{5E926992-84CF-46EF-8833-A4C457944069}" type="parTrans" cxnId="{4286581E-2828-4C44-BD7F-64D3D7E13223}">
      <dgm:prSet/>
      <dgm:spPr/>
      <dgm:t>
        <a:bodyPr/>
        <a:lstStyle/>
        <a:p>
          <a:endParaRPr lang="en-US"/>
        </a:p>
      </dgm:t>
    </dgm:pt>
    <dgm:pt modelId="{3945C65F-6B0F-4B69-8556-05851AE7CF98}" type="sibTrans" cxnId="{4286581E-2828-4C44-BD7F-64D3D7E13223}">
      <dgm:prSet/>
      <dgm:spPr/>
      <dgm:t>
        <a:bodyPr/>
        <a:lstStyle/>
        <a:p>
          <a:endParaRPr lang="en-US"/>
        </a:p>
      </dgm:t>
    </dgm:pt>
    <dgm:pt modelId="{DBC31603-CDD3-44CA-BF8B-2FDCA845F899}">
      <dgm:prSet/>
      <dgm:spPr/>
      <dgm:t>
        <a:bodyPr/>
        <a:lstStyle/>
        <a:p>
          <a:pPr>
            <a:lnSpc>
              <a:spcPct val="100000"/>
            </a:lnSpc>
          </a:pPr>
          <a:r>
            <a:rPr lang="en-US" dirty="0"/>
            <a:t>Sequence diagrams show how features </a:t>
          </a:r>
          <a:br>
            <a:rPr lang="en-US" dirty="0"/>
          </a:br>
          <a:r>
            <a:rPr lang="en-US" dirty="0"/>
            <a:t>are implemented.</a:t>
          </a:r>
        </a:p>
      </dgm:t>
    </dgm:pt>
    <dgm:pt modelId="{3B7D8D39-00A4-4F9C-8318-DF787B1AF015}" type="parTrans" cxnId="{5315EE94-F34E-42DB-A121-F02DF1CF1D9B}">
      <dgm:prSet/>
      <dgm:spPr/>
      <dgm:t>
        <a:bodyPr/>
        <a:lstStyle/>
        <a:p>
          <a:endParaRPr lang="en-US"/>
        </a:p>
      </dgm:t>
    </dgm:pt>
    <dgm:pt modelId="{71CAC6CB-F6E4-4A2F-B332-556ED19A1686}" type="sibTrans" cxnId="{5315EE94-F34E-42DB-A121-F02DF1CF1D9B}">
      <dgm:prSet/>
      <dgm:spPr/>
      <dgm:t>
        <a:bodyPr/>
        <a:lstStyle/>
        <a:p>
          <a:endParaRPr lang="en-US"/>
        </a:p>
      </dgm:t>
    </dgm:pt>
    <dgm:pt modelId="{07574FB3-3131-4AD5-A4FD-6023375C495A}">
      <dgm:prSet/>
      <dgm:spPr/>
      <dgm:t>
        <a:bodyPr/>
        <a:lstStyle/>
        <a:p>
          <a:pPr>
            <a:lnSpc>
              <a:spcPct val="100000"/>
            </a:lnSpc>
          </a:pPr>
          <a:r>
            <a:rPr lang="en-US"/>
            <a:t>UML diagrams help validate requirements </a:t>
          </a:r>
          <a:br>
            <a:rPr lang="en-US"/>
          </a:br>
          <a:r>
            <a:rPr lang="en-US"/>
            <a:t>and design consistency.</a:t>
          </a:r>
        </a:p>
      </dgm:t>
    </dgm:pt>
    <dgm:pt modelId="{BC22089D-EF4C-4541-A311-95442C4C6655}" type="parTrans" cxnId="{2C2C228B-08F1-485D-BCFB-1F174D8BC626}">
      <dgm:prSet/>
      <dgm:spPr/>
      <dgm:t>
        <a:bodyPr/>
        <a:lstStyle/>
        <a:p>
          <a:endParaRPr lang="en-US"/>
        </a:p>
      </dgm:t>
    </dgm:pt>
    <dgm:pt modelId="{65E0FBC9-2E2E-486F-8B25-5A4AB1B04182}" type="sibTrans" cxnId="{2C2C228B-08F1-485D-BCFB-1F174D8BC626}">
      <dgm:prSet/>
      <dgm:spPr/>
      <dgm:t>
        <a:bodyPr/>
        <a:lstStyle/>
        <a:p>
          <a:endParaRPr lang="en-US"/>
        </a:p>
      </dgm:t>
    </dgm:pt>
    <dgm:pt modelId="{B6B5A6CB-A609-4891-8E06-F2A6C60DC8C2}" type="pres">
      <dgm:prSet presAssocID="{BA8B64A9-7218-4370-A307-8293A5C823A1}" presName="root" presStyleCnt="0">
        <dgm:presLayoutVars>
          <dgm:dir/>
          <dgm:resizeHandles val="exact"/>
        </dgm:presLayoutVars>
      </dgm:prSet>
      <dgm:spPr/>
    </dgm:pt>
    <dgm:pt modelId="{6DBE9B6D-1A7B-4788-91D1-1189A7D4F18B}" type="pres">
      <dgm:prSet presAssocID="{E026B600-B22B-420C-9F74-1026417DDB59}" presName="compNode" presStyleCnt="0"/>
      <dgm:spPr/>
    </dgm:pt>
    <dgm:pt modelId="{8F4420A1-81A8-458E-808B-5BDDF5A49D1E}" type="pres">
      <dgm:prSet presAssocID="{E026B600-B22B-420C-9F74-1026417DDB59}" presName="bgRect" presStyleLbl="bgShp" presStyleIdx="0" presStyleCnt="4"/>
      <dgm:spPr/>
    </dgm:pt>
    <dgm:pt modelId="{BD90F6CE-EB83-4F5F-B5CB-622E29070C26}" type="pres">
      <dgm:prSet presAssocID="{E026B600-B22B-420C-9F74-1026417DDB59}"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Subtitles"/>
        </a:ext>
      </dgm:extLst>
    </dgm:pt>
    <dgm:pt modelId="{ABBBAEA8-CBA7-44FB-8E73-987A6AF229F0}" type="pres">
      <dgm:prSet presAssocID="{E026B600-B22B-420C-9F74-1026417DDB59}" presName="spaceRect" presStyleCnt="0"/>
      <dgm:spPr/>
    </dgm:pt>
    <dgm:pt modelId="{8C00A6EC-E5F5-47C1-B5AD-702634099C14}" type="pres">
      <dgm:prSet presAssocID="{E026B600-B22B-420C-9F74-1026417DDB59}" presName="parTx" presStyleLbl="revTx" presStyleIdx="0" presStyleCnt="4">
        <dgm:presLayoutVars>
          <dgm:chMax val="0"/>
          <dgm:chPref val="0"/>
        </dgm:presLayoutVars>
      </dgm:prSet>
      <dgm:spPr/>
    </dgm:pt>
    <dgm:pt modelId="{A601002B-0FBD-46EE-A9C6-B9D310788B5E}" type="pres">
      <dgm:prSet presAssocID="{D512F502-03CE-4862-A0F5-839055EC9440}" presName="sibTrans" presStyleCnt="0"/>
      <dgm:spPr/>
    </dgm:pt>
    <dgm:pt modelId="{7C6E2267-759B-48CA-8054-EE213CCA8BB6}" type="pres">
      <dgm:prSet presAssocID="{CD86E3E3-CB22-4475-A287-FC6BE955939D}" presName="compNode" presStyleCnt="0"/>
      <dgm:spPr/>
    </dgm:pt>
    <dgm:pt modelId="{6A6538B4-FD7E-4D9C-9F47-DC7BAAA7F5FD}" type="pres">
      <dgm:prSet presAssocID="{CD86E3E3-CB22-4475-A287-FC6BE955939D}" presName="bgRect" presStyleLbl="bgShp" presStyleIdx="1" presStyleCnt="4"/>
      <dgm:spPr/>
    </dgm:pt>
    <dgm:pt modelId="{4D0A76C3-2364-4241-AEAE-96137D3BAEF0}" type="pres">
      <dgm:prSet presAssocID="{CD86E3E3-CB22-4475-A287-FC6BE955939D}"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resentation with Org Chart"/>
        </a:ext>
      </dgm:extLst>
    </dgm:pt>
    <dgm:pt modelId="{B807FC80-F104-4282-A651-2E457828517A}" type="pres">
      <dgm:prSet presAssocID="{CD86E3E3-CB22-4475-A287-FC6BE955939D}" presName="spaceRect" presStyleCnt="0"/>
      <dgm:spPr/>
    </dgm:pt>
    <dgm:pt modelId="{90C9CDE9-BC57-43A5-8CCB-88C85F83F026}" type="pres">
      <dgm:prSet presAssocID="{CD86E3E3-CB22-4475-A287-FC6BE955939D}" presName="parTx" presStyleLbl="revTx" presStyleIdx="1" presStyleCnt="4">
        <dgm:presLayoutVars>
          <dgm:chMax val="0"/>
          <dgm:chPref val="0"/>
        </dgm:presLayoutVars>
      </dgm:prSet>
      <dgm:spPr/>
    </dgm:pt>
    <dgm:pt modelId="{835167DA-B55A-490A-8021-6F3ABD72DDFB}" type="pres">
      <dgm:prSet presAssocID="{3945C65F-6B0F-4B69-8556-05851AE7CF98}" presName="sibTrans" presStyleCnt="0"/>
      <dgm:spPr/>
    </dgm:pt>
    <dgm:pt modelId="{B5EA5FEE-B563-4FD4-9A6D-0E91736550C5}" type="pres">
      <dgm:prSet presAssocID="{DBC31603-CDD3-44CA-BF8B-2FDCA845F899}" presName="compNode" presStyleCnt="0"/>
      <dgm:spPr/>
    </dgm:pt>
    <dgm:pt modelId="{F7C2616D-C1A3-4F29-AD65-9F4EC6AD8F02}" type="pres">
      <dgm:prSet presAssocID="{DBC31603-CDD3-44CA-BF8B-2FDCA845F899}" presName="bgRect" presStyleLbl="bgShp" presStyleIdx="2" presStyleCnt="4"/>
      <dgm:spPr/>
    </dgm:pt>
    <dgm:pt modelId="{E5E9B983-02A1-473B-A65F-87E566A608F6}" type="pres">
      <dgm:prSet presAssocID="{DBC31603-CDD3-44CA-BF8B-2FDCA845F899}"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Network Diagram"/>
        </a:ext>
      </dgm:extLst>
    </dgm:pt>
    <dgm:pt modelId="{76C6DEF7-8AA9-42D8-A8E9-52447C0073B0}" type="pres">
      <dgm:prSet presAssocID="{DBC31603-CDD3-44CA-BF8B-2FDCA845F899}" presName="spaceRect" presStyleCnt="0"/>
      <dgm:spPr/>
    </dgm:pt>
    <dgm:pt modelId="{2F940D4C-D4E6-4C78-8E98-4D084E7E97F2}" type="pres">
      <dgm:prSet presAssocID="{DBC31603-CDD3-44CA-BF8B-2FDCA845F899}" presName="parTx" presStyleLbl="revTx" presStyleIdx="2" presStyleCnt="4">
        <dgm:presLayoutVars>
          <dgm:chMax val="0"/>
          <dgm:chPref val="0"/>
        </dgm:presLayoutVars>
      </dgm:prSet>
      <dgm:spPr/>
    </dgm:pt>
    <dgm:pt modelId="{2918C1A2-A37E-4612-9923-3CF8BAAE963E}" type="pres">
      <dgm:prSet presAssocID="{71CAC6CB-F6E4-4A2F-B332-556ED19A1686}" presName="sibTrans" presStyleCnt="0"/>
      <dgm:spPr/>
    </dgm:pt>
    <dgm:pt modelId="{9AF9F602-CEBD-4340-BE33-15EB70A13DE0}" type="pres">
      <dgm:prSet presAssocID="{07574FB3-3131-4AD5-A4FD-6023375C495A}" presName="compNode" presStyleCnt="0"/>
      <dgm:spPr/>
    </dgm:pt>
    <dgm:pt modelId="{D457F0C5-4D82-4DA5-8692-05D74173D0B3}" type="pres">
      <dgm:prSet presAssocID="{07574FB3-3131-4AD5-A4FD-6023375C495A}" presName="bgRect" presStyleLbl="bgShp" presStyleIdx="3" presStyleCnt="4"/>
      <dgm:spPr/>
    </dgm:pt>
    <dgm:pt modelId="{5BBCBF2B-12AD-4BCC-B192-579D9B8D5458}" type="pres">
      <dgm:prSet presAssocID="{07574FB3-3131-4AD5-A4FD-6023375C495A}"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ullseye"/>
        </a:ext>
      </dgm:extLst>
    </dgm:pt>
    <dgm:pt modelId="{CB1475BF-AFE2-4AC4-91BB-A83C13B4CD15}" type="pres">
      <dgm:prSet presAssocID="{07574FB3-3131-4AD5-A4FD-6023375C495A}" presName="spaceRect" presStyleCnt="0"/>
      <dgm:spPr/>
    </dgm:pt>
    <dgm:pt modelId="{9290829E-9D4A-4D34-89A4-C350FDB7F92C}" type="pres">
      <dgm:prSet presAssocID="{07574FB3-3131-4AD5-A4FD-6023375C495A}" presName="parTx" presStyleLbl="revTx" presStyleIdx="3" presStyleCnt="4">
        <dgm:presLayoutVars>
          <dgm:chMax val="0"/>
          <dgm:chPref val="0"/>
        </dgm:presLayoutVars>
      </dgm:prSet>
      <dgm:spPr/>
    </dgm:pt>
  </dgm:ptLst>
  <dgm:cxnLst>
    <dgm:cxn modelId="{5D3F5206-52EF-44A8-8EE7-E8172979BFA9}" type="presOf" srcId="{CD86E3E3-CB22-4475-A287-FC6BE955939D}" destId="{90C9CDE9-BC57-43A5-8CCB-88C85F83F026}" srcOrd="0" destOrd="0" presId="urn:microsoft.com/office/officeart/2018/2/layout/IconVerticalSolidList"/>
    <dgm:cxn modelId="{4286581E-2828-4C44-BD7F-64D3D7E13223}" srcId="{BA8B64A9-7218-4370-A307-8293A5C823A1}" destId="{CD86E3E3-CB22-4475-A287-FC6BE955939D}" srcOrd="1" destOrd="0" parTransId="{5E926992-84CF-46EF-8833-A4C457944069}" sibTransId="{3945C65F-6B0F-4B69-8556-05851AE7CF98}"/>
    <dgm:cxn modelId="{6DCEED31-29DD-43DC-BBB3-044B7E2C6B84}" srcId="{BA8B64A9-7218-4370-A307-8293A5C823A1}" destId="{E026B600-B22B-420C-9F74-1026417DDB59}" srcOrd="0" destOrd="0" parTransId="{129F86B6-5A49-4430-AC28-4BCB6345A1EC}" sibTransId="{D512F502-03CE-4862-A0F5-839055EC9440}"/>
    <dgm:cxn modelId="{3B25D35C-9894-49C1-B4BE-E79875DE0B36}" type="presOf" srcId="{DBC31603-CDD3-44CA-BF8B-2FDCA845F899}" destId="{2F940D4C-D4E6-4C78-8E98-4D084E7E97F2}" srcOrd="0" destOrd="0" presId="urn:microsoft.com/office/officeart/2018/2/layout/IconVerticalSolidList"/>
    <dgm:cxn modelId="{11FD4959-8101-4B0A-8578-04C1450D7D17}" type="presOf" srcId="{07574FB3-3131-4AD5-A4FD-6023375C495A}" destId="{9290829E-9D4A-4D34-89A4-C350FDB7F92C}" srcOrd="0" destOrd="0" presId="urn:microsoft.com/office/officeart/2018/2/layout/IconVerticalSolidList"/>
    <dgm:cxn modelId="{2C2C228B-08F1-485D-BCFB-1F174D8BC626}" srcId="{BA8B64A9-7218-4370-A307-8293A5C823A1}" destId="{07574FB3-3131-4AD5-A4FD-6023375C495A}" srcOrd="3" destOrd="0" parTransId="{BC22089D-EF4C-4541-A311-95442C4C6655}" sibTransId="{65E0FBC9-2E2E-486F-8B25-5A4AB1B04182}"/>
    <dgm:cxn modelId="{5315EE94-F34E-42DB-A121-F02DF1CF1D9B}" srcId="{BA8B64A9-7218-4370-A307-8293A5C823A1}" destId="{DBC31603-CDD3-44CA-BF8B-2FDCA845F899}" srcOrd="2" destOrd="0" parTransId="{3B7D8D39-00A4-4F9C-8318-DF787B1AF015}" sibTransId="{71CAC6CB-F6E4-4A2F-B332-556ED19A1686}"/>
    <dgm:cxn modelId="{521A729A-3279-4121-954B-38D1B597469A}" type="presOf" srcId="{E026B600-B22B-420C-9F74-1026417DDB59}" destId="{8C00A6EC-E5F5-47C1-B5AD-702634099C14}" srcOrd="0" destOrd="0" presId="urn:microsoft.com/office/officeart/2018/2/layout/IconVerticalSolidList"/>
    <dgm:cxn modelId="{6FE606D4-CF1A-43EA-A173-C95CE6C2F3A6}" type="presOf" srcId="{BA8B64A9-7218-4370-A307-8293A5C823A1}" destId="{B6B5A6CB-A609-4891-8E06-F2A6C60DC8C2}" srcOrd="0" destOrd="0" presId="urn:microsoft.com/office/officeart/2018/2/layout/IconVerticalSolidList"/>
    <dgm:cxn modelId="{237B1020-408E-46BE-B089-2CAFC6048725}" type="presParOf" srcId="{B6B5A6CB-A609-4891-8E06-F2A6C60DC8C2}" destId="{6DBE9B6D-1A7B-4788-91D1-1189A7D4F18B}" srcOrd="0" destOrd="0" presId="urn:microsoft.com/office/officeart/2018/2/layout/IconVerticalSolidList"/>
    <dgm:cxn modelId="{34961243-2953-4C25-880E-6DB9077D9F47}" type="presParOf" srcId="{6DBE9B6D-1A7B-4788-91D1-1189A7D4F18B}" destId="{8F4420A1-81A8-458E-808B-5BDDF5A49D1E}" srcOrd="0" destOrd="0" presId="urn:microsoft.com/office/officeart/2018/2/layout/IconVerticalSolidList"/>
    <dgm:cxn modelId="{DD1007D7-0DFA-47E1-A7A6-488863B029FA}" type="presParOf" srcId="{6DBE9B6D-1A7B-4788-91D1-1189A7D4F18B}" destId="{BD90F6CE-EB83-4F5F-B5CB-622E29070C26}" srcOrd="1" destOrd="0" presId="urn:microsoft.com/office/officeart/2018/2/layout/IconVerticalSolidList"/>
    <dgm:cxn modelId="{D0679382-1895-44B9-A608-C567D495F6A9}" type="presParOf" srcId="{6DBE9B6D-1A7B-4788-91D1-1189A7D4F18B}" destId="{ABBBAEA8-CBA7-44FB-8E73-987A6AF229F0}" srcOrd="2" destOrd="0" presId="urn:microsoft.com/office/officeart/2018/2/layout/IconVerticalSolidList"/>
    <dgm:cxn modelId="{FC321A11-1F46-4601-80DF-970A27055F2F}" type="presParOf" srcId="{6DBE9B6D-1A7B-4788-91D1-1189A7D4F18B}" destId="{8C00A6EC-E5F5-47C1-B5AD-702634099C14}" srcOrd="3" destOrd="0" presId="urn:microsoft.com/office/officeart/2018/2/layout/IconVerticalSolidList"/>
    <dgm:cxn modelId="{5425E983-AEAB-4F54-95FE-59375B4CEDD6}" type="presParOf" srcId="{B6B5A6CB-A609-4891-8E06-F2A6C60DC8C2}" destId="{A601002B-0FBD-46EE-A9C6-B9D310788B5E}" srcOrd="1" destOrd="0" presId="urn:microsoft.com/office/officeart/2018/2/layout/IconVerticalSolidList"/>
    <dgm:cxn modelId="{4AE1DED1-4834-488B-AFD9-66966192769D}" type="presParOf" srcId="{B6B5A6CB-A609-4891-8E06-F2A6C60DC8C2}" destId="{7C6E2267-759B-48CA-8054-EE213CCA8BB6}" srcOrd="2" destOrd="0" presId="urn:microsoft.com/office/officeart/2018/2/layout/IconVerticalSolidList"/>
    <dgm:cxn modelId="{E23E108C-0F32-4D91-9BC8-58131E9083D6}" type="presParOf" srcId="{7C6E2267-759B-48CA-8054-EE213CCA8BB6}" destId="{6A6538B4-FD7E-4D9C-9F47-DC7BAAA7F5FD}" srcOrd="0" destOrd="0" presId="urn:microsoft.com/office/officeart/2018/2/layout/IconVerticalSolidList"/>
    <dgm:cxn modelId="{0655DF2A-F350-4C29-BC99-E4D0439DFDEB}" type="presParOf" srcId="{7C6E2267-759B-48CA-8054-EE213CCA8BB6}" destId="{4D0A76C3-2364-4241-AEAE-96137D3BAEF0}" srcOrd="1" destOrd="0" presId="urn:microsoft.com/office/officeart/2018/2/layout/IconVerticalSolidList"/>
    <dgm:cxn modelId="{A822B731-B3C1-448A-82E1-9BC2C2E8F309}" type="presParOf" srcId="{7C6E2267-759B-48CA-8054-EE213CCA8BB6}" destId="{B807FC80-F104-4282-A651-2E457828517A}" srcOrd="2" destOrd="0" presId="urn:microsoft.com/office/officeart/2018/2/layout/IconVerticalSolidList"/>
    <dgm:cxn modelId="{3423A80D-D039-43BD-8CB6-E2E3E99B8439}" type="presParOf" srcId="{7C6E2267-759B-48CA-8054-EE213CCA8BB6}" destId="{90C9CDE9-BC57-43A5-8CCB-88C85F83F026}" srcOrd="3" destOrd="0" presId="urn:microsoft.com/office/officeart/2018/2/layout/IconVerticalSolidList"/>
    <dgm:cxn modelId="{CC15EADC-28B0-4284-B688-F33B3F4E4E95}" type="presParOf" srcId="{B6B5A6CB-A609-4891-8E06-F2A6C60DC8C2}" destId="{835167DA-B55A-490A-8021-6F3ABD72DDFB}" srcOrd="3" destOrd="0" presId="urn:microsoft.com/office/officeart/2018/2/layout/IconVerticalSolidList"/>
    <dgm:cxn modelId="{FBF9CA95-DF87-43F6-B1DC-DD9C476E132C}" type="presParOf" srcId="{B6B5A6CB-A609-4891-8E06-F2A6C60DC8C2}" destId="{B5EA5FEE-B563-4FD4-9A6D-0E91736550C5}" srcOrd="4" destOrd="0" presId="urn:microsoft.com/office/officeart/2018/2/layout/IconVerticalSolidList"/>
    <dgm:cxn modelId="{DC4CFA6D-3393-4212-985C-C2C0926B3431}" type="presParOf" srcId="{B5EA5FEE-B563-4FD4-9A6D-0E91736550C5}" destId="{F7C2616D-C1A3-4F29-AD65-9F4EC6AD8F02}" srcOrd="0" destOrd="0" presId="urn:microsoft.com/office/officeart/2018/2/layout/IconVerticalSolidList"/>
    <dgm:cxn modelId="{83662E63-8D5B-4817-9B5C-B39CC62F1697}" type="presParOf" srcId="{B5EA5FEE-B563-4FD4-9A6D-0E91736550C5}" destId="{E5E9B983-02A1-473B-A65F-87E566A608F6}" srcOrd="1" destOrd="0" presId="urn:microsoft.com/office/officeart/2018/2/layout/IconVerticalSolidList"/>
    <dgm:cxn modelId="{AB46209A-11BB-46FF-8B98-B11CF17D07F9}" type="presParOf" srcId="{B5EA5FEE-B563-4FD4-9A6D-0E91736550C5}" destId="{76C6DEF7-8AA9-42D8-A8E9-52447C0073B0}" srcOrd="2" destOrd="0" presId="urn:microsoft.com/office/officeart/2018/2/layout/IconVerticalSolidList"/>
    <dgm:cxn modelId="{6969F4C9-1ABF-409D-AFC1-8EF8183261A3}" type="presParOf" srcId="{B5EA5FEE-B563-4FD4-9A6D-0E91736550C5}" destId="{2F940D4C-D4E6-4C78-8E98-4D084E7E97F2}" srcOrd="3" destOrd="0" presId="urn:microsoft.com/office/officeart/2018/2/layout/IconVerticalSolidList"/>
    <dgm:cxn modelId="{F6605372-E132-43E5-801C-A39834EFCD68}" type="presParOf" srcId="{B6B5A6CB-A609-4891-8E06-F2A6C60DC8C2}" destId="{2918C1A2-A37E-4612-9923-3CF8BAAE963E}" srcOrd="5" destOrd="0" presId="urn:microsoft.com/office/officeart/2018/2/layout/IconVerticalSolidList"/>
    <dgm:cxn modelId="{378392D5-D6A4-4E66-BE46-17B9081DACDD}" type="presParOf" srcId="{B6B5A6CB-A609-4891-8E06-F2A6C60DC8C2}" destId="{9AF9F602-CEBD-4340-BE33-15EB70A13DE0}" srcOrd="6" destOrd="0" presId="urn:microsoft.com/office/officeart/2018/2/layout/IconVerticalSolidList"/>
    <dgm:cxn modelId="{D0A0B904-3B6B-4F75-97F7-EB5C0BE028B3}" type="presParOf" srcId="{9AF9F602-CEBD-4340-BE33-15EB70A13DE0}" destId="{D457F0C5-4D82-4DA5-8692-05D74173D0B3}" srcOrd="0" destOrd="0" presId="urn:microsoft.com/office/officeart/2018/2/layout/IconVerticalSolidList"/>
    <dgm:cxn modelId="{7C7A5C08-953F-4AD9-88DF-3498C3D02029}" type="presParOf" srcId="{9AF9F602-CEBD-4340-BE33-15EB70A13DE0}" destId="{5BBCBF2B-12AD-4BCC-B192-579D9B8D5458}" srcOrd="1" destOrd="0" presId="urn:microsoft.com/office/officeart/2018/2/layout/IconVerticalSolidList"/>
    <dgm:cxn modelId="{694F17D3-6DEB-4013-AA40-8BDEB05A7C51}" type="presParOf" srcId="{9AF9F602-CEBD-4340-BE33-15EB70A13DE0}" destId="{CB1475BF-AFE2-4AC4-91BB-A83C13B4CD15}" srcOrd="2" destOrd="0" presId="urn:microsoft.com/office/officeart/2018/2/layout/IconVerticalSolidList"/>
    <dgm:cxn modelId="{EB7D63D0-70B8-4AA0-9EAC-E6B5C9620FC6}" type="presParOf" srcId="{9AF9F602-CEBD-4340-BE33-15EB70A13DE0}" destId="{9290829E-9D4A-4D34-89A4-C350FDB7F92C}"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BA8B64A9-7218-4370-A307-8293A5C823A1}"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E026B600-B22B-420C-9F74-1026417DDB59}">
      <dgm:prSet/>
      <dgm:spPr/>
      <dgm:t>
        <a:bodyPr/>
        <a:lstStyle/>
        <a:p>
          <a:pPr>
            <a:lnSpc>
              <a:spcPct val="100000"/>
            </a:lnSpc>
          </a:pPr>
          <a:r>
            <a:rPr lang="en-US"/>
            <a:t>Use case diagrams reflect user goals and interactions.</a:t>
          </a:r>
        </a:p>
      </dgm:t>
    </dgm:pt>
    <dgm:pt modelId="{129F86B6-5A49-4430-AC28-4BCB6345A1EC}" type="parTrans" cxnId="{6DCEED31-29DD-43DC-BBB3-044B7E2C6B84}">
      <dgm:prSet/>
      <dgm:spPr/>
      <dgm:t>
        <a:bodyPr/>
        <a:lstStyle/>
        <a:p>
          <a:endParaRPr lang="en-US"/>
        </a:p>
      </dgm:t>
    </dgm:pt>
    <dgm:pt modelId="{D512F502-03CE-4862-A0F5-839055EC9440}" type="sibTrans" cxnId="{6DCEED31-29DD-43DC-BBB3-044B7E2C6B84}">
      <dgm:prSet/>
      <dgm:spPr/>
      <dgm:t>
        <a:bodyPr/>
        <a:lstStyle/>
        <a:p>
          <a:endParaRPr lang="en-US"/>
        </a:p>
      </dgm:t>
    </dgm:pt>
    <dgm:pt modelId="{CD86E3E3-CB22-4475-A287-FC6BE955939D}">
      <dgm:prSet/>
      <dgm:spPr/>
      <dgm:t>
        <a:bodyPr/>
        <a:lstStyle/>
        <a:p>
          <a:pPr>
            <a:lnSpc>
              <a:spcPct val="100000"/>
            </a:lnSpc>
          </a:pPr>
          <a:r>
            <a:rPr lang="en-US"/>
            <a:t>Class diagrams model data from user stories.</a:t>
          </a:r>
        </a:p>
      </dgm:t>
    </dgm:pt>
    <dgm:pt modelId="{5E926992-84CF-46EF-8833-A4C457944069}" type="parTrans" cxnId="{4286581E-2828-4C44-BD7F-64D3D7E13223}">
      <dgm:prSet/>
      <dgm:spPr/>
      <dgm:t>
        <a:bodyPr/>
        <a:lstStyle/>
        <a:p>
          <a:endParaRPr lang="en-US"/>
        </a:p>
      </dgm:t>
    </dgm:pt>
    <dgm:pt modelId="{3945C65F-6B0F-4B69-8556-05851AE7CF98}" type="sibTrans" cxnId="{4286581E-2828-4C44-BD7F-64D3D7E13223}">
      <dgm:prSet/>
      <dgm:spPr/>
      <dgm:t>
        <a:bodyPr/>
        <a:lstStyle/>
        <a:p>
          <a:endParaRPr lang="en-US"/>
        </a:p>
      </dgm:t>
    </dgm:pt>
    <dgm:pt modelId="{DBC31603-CDD3-44CA-BF8B-2FDCA845F899}">
      <dgm:prSet/>
      <dgm:spPr/>
      <dgm:t>
        <a:bodyPr/>
        <a:lstStyle/>
        <a:p>
          <a:pPr>
            <a:lnSpc>
              <a:spcPct val="100000"/>
            </a:lnSpc>
          </a:pPr>
          <a:r>
            <a:rPr lang="en-US"/>
            <a:t>Sequence diagrams show how features are implemented.</a:t>
          </a:r>
        </a:p>
      </dgm:t>
    </dgm:pt>
    <dgm:pt modelId="{3B7D8D39-00A4-4F9C-8318-DF787B1AF015}" type="parTrans" cxnId="{5315EE94-F34E-42DB-A121-F02DF1CF1D9B}">
      <dgm:prSet/>
      <dgm:spPr/>
      <dgm:t>
        <a:bodyPr/>
        <a:lstStyle/>
        <a:p>
          <a:endParaRPr lang="en-US"/>
        </a:p>
      </dgm:t>
    </dgm:pt>
    <dgm:pt modelId="{71CAC6CB-F6E4-4A2F-B332-556ED19A1686}" type="sibTrans" cxnId="{5315EE94-F34E-42DB-A121-F02DF1CF1D9B}">
      <dgm:prSet/>
      <dgm:spPr/>
      <dgm:t>
        <a:bodyPr/>
        <a:lstStyle/>
        <a:p>
          <a:endParaRPr lang="en-US"/>
        </a:p>
      </dgm:t>
    </dgm:pt>
    <dgm:pt modelId="{07574FB3-3131-4AD5-A4FD-6023375C495A}">
      <dgm:prSet/>
      <dgm:spPr/>
      <dgm:t>
        <a:bodyPr/>
        <a:lstStyle/>
        <a:p>
          <a:pPr>
            <a:lnSpc>
              <a:spcPct val="100000"/>
            </a:lnSpc>
          </a:pPr>
          <a:r>
            <a:rPr lang="en-US"/>
            <a:t>Helps validate requirements and design consistency.</a:t>
          </a:r>
        </a:p>
      </dgm:t>
    </dgm:pt>
    <dgm:pt modelId="{BC22089D-EF4C-4541-A311-95442C4C6655}" type="parTrans" cxnId="{2C2C228B-08F1-485D-BCFB-1F174D8BC626}">
      <dgm:prSet/>
      <dgm:spPr/>
      <dgm:t>
        <a:bodyPr/>
        <a:lstStyle/>
        <a:p>
          <a:endParaRPr lang="en-US"/>
        </a:p>
      </dgm:t>
    </dgm:pt>
    <dgm:pt modelId="{65E0FBC9-2E2E-486F-8B25-5A4AB1B04182}" type="sibTrans" cxnId="{2C2C228B-08F1-485D-BCFB-1F174D8BC626}">
      <dgm:prSet/>
      <dgm:spPr/>
      <dgm:t>
        <a:bodyPr/>
        <a:lstStyle/>
        <a:p>
          <a:endParaRPr lang="en-US"/>
        </a:p>
      </dgm:t>
    </dgm:pt>
    <dgm:pt modelId="{D338145C-9C8B-4C7F-BE4A-C15A343D6005}" type="pres">
      <dgm:prSet presAssocID="{BA8B64A9-7218-4370-A307-8293A5C823A1}" presName="root" presStyleCnt="0">
        <dgm:presLayoutVars>
          <dgm:dir/>
          <dgm:resizeHandles val="exact"/>
        </dgm:presLayoutVars>
      </dgm:prSet>
      <dgm:spPr/>
    </dgm:pt>
    <dgm:pt modelId="{E9068EFA-2532-4C5C-937E-02A94260E9D1}" type="pres">
      <dgm:prSet presAssocID="{E026B600-B22B-420C-9F74-1026417DDB59}" presName="compNode" presStyleCnt="0"/>
      <dgm:spPr/>
    </dgm:pt>
    <dgm:pt modelId="{FB6C339C-1836-4B04-8850-90A20D180C95}" type="pres">
      <dgm:prSet presAssocID="{E026B600-B22B-420C-9F74-1026417DDB59}" presName="bgRect" presStyleLbl="bgShp" presStyleIdx="0" presStyleCnt="4"/>
      <dgm:spPr/>
    </dgm:pt>
    <dgm:pt modelId="{CC96942E-DE4B-4CE3-9398-918026C20B17}" type="pres">
      <dgm:prSet presAssocID="{E026B600-B22B-420C-9F74-1026417DDB59}"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Subtitles"/>
        </a:ext>
      </dgm:extLst>
    </dgm:pt>
    <dgm:pt modelId="{6134B54D-8E7A-47F1-9C1E-9CF2AD4E3DDE}" type="pres">
      <dgm:prSet presAssocID="{E026B600-B22B-420C-9F74-1026417DDB59}" presName="spaceRect" presStyleCnt="0"/>
      <dgm:spPr/>
    </dgm:pt>
    <dgm:pt modelId="{C2CC22C6-9C97-466F-99C1-6155D2F7B147}" type="pres">
      <dgm:prSet presAssocID="{E026B600-B22B-420C-9F74-1026417DDB59}" presName="parTx" presStyleLbl="revTx" presStyleIdx="0" presStyleCnt="4">
        <dgm:presLayoutVars>
          <dgm:chMax val="0"/>
          <dgm:chPref val="0"/>
        </dgm:presLayoutVars>
      </dgm:prSet>
      <dgm:spPr/>
    </dgm:pt>
    <dgm:pt modelId="{ABA67072-A767-42F3-9C27-F5B3AC8EBF63}" type="pres">
      <dgm:prSet presAssocID="{D512F502-03CE-4862-A0F5-839055EC9440}" presName="sibTrans" presStyleCnt="0"/>
      <dgm:spPr/>
    </dgm:pt>
    <dgm:pt modelId="{4D5EADC3-94A4-4E73-975B-1753E0C01A58}" type="pres">
      <dgm:prSet presAssocID="{CD86E3E3-CB22-4475-A287-FC6BE955939D}" presName="compNode" presStyleCnt="0"/>
      <dgm:spPr/>
    </dgm:pt>
    <dgm:pt modelId="{98A814D1-2408-48EE-B9FB-01ED4346CEC9}" type="pres">
      <dgm:prSet presAssocID="{CD86E3E3-CB22-4475-A287-FC6BE955939D}" presName="bgRect" presStyleLbl="bgShp" presStyleIdx="1" presStyleCnt="4"/>
      <dgm:spPr/>
    </dgm:pt>
    <dgm:pt modelId="{DAC90D34-1450-40CF-9ADC-9E64BF1B53B3}" type="pres">
      <dgm:prSet presAssocID="{CD86E3E3-CB22-4475-A287-FC6BE955939D}"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resentation with Org Chart"/>
        </a:ext>
      </dgm:extLst>
    </dgm:pt>
    <dgm:pt modelId="{5F5EE476-26C4-44DE-877F-7EEE789F7865}" type="pres">
      <dgm:prSet presAssocID="{CD86E3E3-CB22-4475-A287-FC6BE955939D}" presName="spaceRect" presStyleCnt="0"/>
      <dgm:spPr/>
    </dgm:pt>
    <dgm:pt modelId="{A30F9923-6FCE-4C84-8BED-172D19AE33EC}" type="pres">
      <dgm:prSet presAssocID="{CD86E3E3-CB22-4475-A287-FC6BE955939D}" presName="parTx" presStyleLbl="revTx" presStyleIdx="1" presStyleCnt="4">
        <dgm:presLayoutVars>
          <dgm:chMax val="0"/>
          <dgm:chPref val="0"/>
        </dgm:presLayoutVars>
      </dgm:prSet>
      <dgm:spPr/>
    </dgm:pt>
    <dgm:pt modelId="{CD8062C0-CF89-450B-A353-B39E57E1638C}" type="pres">
      <dgm:prSet presAssocID="{3945C65F-6B0F-4B69-8556-05851AE7CF98}" presName="sibTrans" presStyleCnt="0"/>
      <dgm:spPr/>
    </dgm:pt>
    <dgm:pt modelId="{49E71682-8A1C-473A-8B0A-BB5065AEA0E3}" type="pres">
      <dgm:prSet presAssocID="{DBC31603-CDD3-44CA-BF8B-2FDCA845F899}" presName="compNode" presStyleCnt="0"/>
      <dgm:spPr/>
    </dgm:pt>
    <dgm:pt modelId="{B51434C8-EC6E-4D78-9176-270865D8DEF3}" type="pres">
      <dgm:prSet presAssocID="{DBC31603-CDD3-44CA-BF8B-2FDCA845F899}" presName="bgRect" presStyleLbl="bgShp" presStyleIdx="2" presStyleCnt="4"/>
      <dgm:spPr/>
    </dgm:pt>
    <dgm:pt modelId="{A688FA78-235A-4C80-8283-6484CEFA3308}" type="pres">
      <dgm:prSet presAssocID="{DBC31603-CDD3-44CA-BF8B-2FDCA845F899}"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Network Diagram"/>
        </a:ext>
      </dgm:extLst>
    </dgm:pt>
    <dgm:pt modelId="{95D70E61-810B-4278-BC5C-06E3D56C4E50}" type="pres">
      <dgm:prSet presAssocID="{DBC31603-CDD3-44CA-BF8B-2FDCA845F899}" presName="spaceRect" presStyleCnt="0"/>
      <dgm:spPr/>
    </dgm:pt>
    <dgm:pt modelId="{BC697A72-98FC-4D7E-8739-C903CE636F14}" type="pres">
      <dgm:prSet presAssocID="{DBC31603-CDD3-44CA-BF8B-2FDCA845F899}" presName="parTx" presStyleLbl="revTx" presStyleIdx="2" presStyleCnt="4">
        <dgm:presLayoutVars>
          <dgm:chMax val="0"/>
          <dgm:chPref val="0"/>
        </dgm:presLayoutVars>
      </dgm:prSet>
      <dgm:spPr/>
    </dgm:pt>
    <dgm:pt modelId="{D71757DD-D9B0-4668-A0C1-D69699E8AC2F}" type="pres">
      <dgm:prSet presAssocID="{71CAC6CB-F6E4-4A2F-B332-556ED19A1686}" presName="sibTrans" presStyleCnt="0"/>
      <dgm:spPr/>
    </dgm:pt>
    <dgm:pt modelId="{803B1DCE-F6E0-409F-AD30-8875C257E128}" type="pres">
      <dgm:prSet presAssocID="{07574FB3-3131-4AD5-A4FD-6023375C495A}" presName="compNode" presStyleCnt="0"/>
      <dgm:spPr/>
    </dgm:pt>
    <dgm:pt modelId="{7C72389D-97ED-4ECC-A1CE-B0F5FDA053EC}" type="pres">
      <dgm:prSet presAssocID="{07574FB3-3131-4AD5-A4FD-6023375C495A}" presName="bgRect" presStyleLbl="bgShp" presStyleIdx="3" presStyleCnt="4"/>
      <dgm:spPr/>
    </dgm:pt>
    <dgm:pt modelId="{0531E5B9-8D76-4C8C-8E9D-4C4E424F53A6}" type="pres">
      <dgm:prSet presAssocID="{07574FB3-3131-4AD5-A4FD-6023375C495A}"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Web Design"/>
        </a:ext>
      </dgm:extLst>
    </dgm:pt>
    <dgm:pt modelId="{87AA1229-4C70-4BF2-9E2F-3BD88D1B6751}" type="pres">
      <dgm:prSet presAssocID="{07574FB3-3131-4AD5-A4FD-6023375C495A}" presName="spaceRect" presStyleCnt="0"/>
      <dgm:spPr/>
    </dgm:pt>
    <dgm:pt modelId="{51E20165-4E87-4971-8291-BCA551267437}" type="pres">
      <dgm:prSet presAssocID="{07574FB3-3131-4AD5-A4FD-6023375C495A}" presName="parTx" presStyleLbl="revTx" presStyleIdx="3" presStyleCnt="4">
        <dgm:presLayoutVars>
          <dgm:chMax val="0"/>
          <dgm:chPref val="0"/>
        </dgm:presLayoutVars>
      </dgm:prSet>
      <dgm:spPr/>
    </dgm:pt>
  </dgm:ptLst>
  <dgm:cxnLst>
    <dgm:cxn modelId="{4286581E-2828-4C44-BD7F-64D3D7E13223}" srcId="{BA8B64A9-7218-4370-A307-8293A5C823A1}" destId="{CD86E3E3-CB22-4475-A287-FC6BE955939D}" srcOrd="1" destOrd="0" parTransId="{5E926992-84CF-46EF-8833-A4C457944069}" sibTransId="{3945C65F-6B0F-4B69-8556-05851AE7CF98}"/>
    <dgm:cxn modelId="{6DCEED31-29DD-43DC-BBB3-044B7E2C6B84}" srcId="{BA8B64A9-7218-4370-A307-8293A5C823A1}" destId="{E026B600-B22B-420C-9F74-1026417DDB59}" srcOrd="0" destOrd="0" parTransId="{129F86B6-5A49-4430-AC28-4BCB6345A1EC}" sibTransId="{D512F502-03CE-4862-A0F5-839055EC9440}"/>
    <dgm:cxn modelId="{2E8A5436-A79E-45DA-8D9C-1FDF47549698}" type="presOf" srcId="{CD86E3E3-CB22-4475-A287-FC6BE955939D}" destId="{A30F9923-6FCE-4C84-8BED-172D19AE33EC}" srcOrd="0" destOrd="0" presId="urn:microsoft.com/office/officeart/2018/2/layout/IconVerticalSolidList"/>
    <dgm:cxn modelId="{8F76D685-7C6B-4FC5-BE82-814D82D90B4A}" type="presOf" srcId="{BA8B64A9-7218-4370-A307-8293A5C823A1}" destId="{D338145C-9C8B-4C7F-BE4A-C15A343D6005}" srcOrd="0" destOrd="0" presId="urn:microsoft.com/office/officeart/2018/2/layout/IconVerticalSolidList"/>
    <dgm:cxn modelId="{2C2C228B-08F1-485D-BCFB-1F174D8BC626}" srcId="{BA8B64A9-7218-4370-A307-8293A5C823A1}" destId="{07574FB3-3131-4AD5-A4FD-6023375C495A}" srcOrd="3" destOrd="0" parTransId="{BC22089D-EF4C-4541-A311-95442C4C6655}" sibTransId="{65E0FBC9-2E2E-486F-8B25-5A4AB1B04182}"/>
    <dgm:cxn modelId="{5315EE94-F34E-42DB-A121-F02DF1CF1D9B}" srcId="{BA8B64A9-7218-4370-A307-8293A5C823A1}" destId="{DBC31603-CDD3-44CA-BF8B-2FDCA845F899}" srcOrd="2" destOrd="0" parTransId="{3B7D8D39-00A4-4F9C-8318-DF787B1AF015}" sibTransId="{71CAC6CB-F6E4-4A2F-B332-556ED19A1686}"/>
    <dgm:cxn modelId="{A0F4A79E-BF97-40D7-8C7F-039385BB6524}" type="presOf" srcId="{DBC31603-CDD3-44CA-BF8B-2FDCA845F899}" destId="{BC697A72-98FC-4D7E-8739-C903CE636F14}" srcOrd="0" destOrd="0" presId="urn:microsoft.com/office/officeart/2018/2/layout/IconVerticalSolidList"/>
    <dgm:cxn modelId="{F74948C4-4B64-400F-889E-42A242AA6DCF}" type="presOf" srcId="{07574FB3-3131-4AD5-A4FD-6023375C495A}" destId="{51E20165-4E87-4971-8291-BCA551267437}" srcOrd="0" destOrd="0" presId="urn:microsoft.com/office/officeart/2018/2/layout/IconVerticalSolidList"/>
    <dgm:cxn modelId="{5EB80FD1-729A-48B1-A67F-DDBC1B99983D}" type="presOf" srcId="{E026B600-B22B-420C-9F74-1026417DDB59}" destId="{C2CC22C6-9C97-466F-99C1-6155D2F7B147}" srcOrd="0" destOrd="0" presId="urn:microsoft.com/office/officeart/2018/2/layout/IconVerticalSolidList"/>
    <dgm:cxn modelId="{36EC7FBB-63D5-4D86-854D-BDF86E41CF2C}" type="presParOf" srcId="{D338145C-9C8B-4C7F-BE4A-C15A343D6005}" destId="{E9068EFA-2532-4C5C-937E-02A94260E9D1}" srcOrd="0" destOrd="0" presId="urn:microsoft.com/office/officeart/2018/2/layout/IconVerticalSolidList"/>
    <dgm:cxn modelId="{777A33A2-4761-463B-AD19-E5FF9BC6A736}" type="presParOf" srcId="{E9068EFA-2532-4C5C-937E-02A94260E9D1}" destId="{FB6C339C-1836-4B04-8850-90A20D180C95}" srcOrd="0" destOrd="0" presId="urn:microsoft.com/office/officeart/2018/2/layout/IconVerticalSolidList"/>
    <dgm:cxn modelId="{C8449AED-56E2-4340-9EC2-B06E1A68AFFC}" type="presParOf" srcId="{E9068EFA-2532-4C5C-937E-02A94260E9D1}" destId="{CC96942E-DE4B-4CE3-9398-918026C20B17}" srcOrd="1" destOrd="0" presId="urn:microsoft.com/office/officeart/2018/2/layout/IconVerticalSolidList"/>
    <dgm:cxn modelId="{EA12B1F2-5C98-44FC-86FD-6E16536BFB0A}" type="presParOf" srcId="{E9068EFA-2532-4C5C-937E-02A94260E9D1}" destId="{6134B54D-8E7A-47F1-9C1E-9CF2AD4E3DDE}" srcOrd="2" destOrd="0" presId="urn:microsoft.com/office/officeart/2018/2/layout/IconVerticalSolidList"/>
    <dgm:cxn modelId="{1A3AD396-AAD6-44BD-8196-149C38CB3044}" type="presParOf" srcId="{E9068EFA-2532-4C5C-937E-02A94260E9D1}" destId="{C2CC22C6-9C97-466F-99C1-6155D2F7B147}" srcOrd="3" destOrd="0" presId="urn:microsoft.com/office/officeart/2018/2/layout/IconVerticalSolidList"/>
    <dgm:cxn modelId="{DAD48861-8826-47EC-B7D0-793DCD2D7823}" type="presParOf" srcId="{D338145C-9C8B-4C7F-BE4A-C15A343D6005}" destId="{ABA67072-A767-42F3-9C27-F5B3AC8EBF63}" srcOrd="1" destOrd="0" presId="urn:microsoft.com/office/officeart/2018/2/layout/IconVerticalSolidList"/>
    <dgm:cxn modelId="{66694146-4A6C-4CCD-B1D2-D1BD00441161}" type="presParOf" srcId="{D338145C-9C8B-4C7F-BE4A-C15A343D6005}" destId="{4D5EADC3-94A4-4E73-975B-1753E0C01A58}" srcOrd="2" destOrd="0" presId="urn:microsoft.com/office/officeart/2018/2/layout/IconVerticalSolidList"/>
    <dgm:cxn modelId="{66BC43D8-D704-46B3-B493-76BA6CD30508}" type="presParOf" srcId="{4D5EADC3-94A4-4E73-975B-1753E0C01A58}" destId="{98A814D1-2408-48EE-B9FB-01ED4346CEC9}" srcOrd="0" destOrd="0" presId="urn:microsoft.com/office/officeart/2018/2/layout/IconVerticalSolidList"/>
    <dgm:cxn modelId="{63EA8E11-52EA-4DC6-A668-2B1E3CE2ADE6}" type="presParOf" srcId="{4D5EADC3-94A4-4E73-975B-1753E0C01A58}" destId="{DAC90D34-1450-40CF-9ADC-9E64BF1B53B3}" srcOrd="1" destOrd="0" presId="urn:microsoft.com/office/officeart/2018/2/layout/IconVerticalSolidList"/>
    <dgm:cxn modelId="{0CB42743-D24E-4DE7-9DC8-7D65D359D847}" type="presParOf" srcId="{4D5EADC3-94A4-4E73-975B-1753E0C01A58}" destId="{5F5EE476-26C4-44DE-877F-7EEE789F7865}" srcOrd="2" destOrd="0" presId="urn:microsoft.com/office/officeart/2018/2/layout/IconVerticalSolidList"/>
    <dgm:cxn modelId="{1A0D42AD-B92A-47B9-827E-5F468ECF1B7D}" type="presParOf" srcId="{4D5EADC3-94A4-4E73-975B-1753E0C01A58}" destId="{A30F9923-6FCE-4C84-8BED-172D19AE33EC}" srcOrd="3" destOrd="0" presId="urn:microsoft.com/office/officeart/2018/2/layout/IconVerticalSolidList"/>
    <dgm:cxn modelId="{20596F2A-5CD6-4E2F-8569-32319CAD797F}" type="presParOf" srcId="{D338145C-9C8B-4C7F-BE4A-C15A343D6005}" destId="{CD8062C0-CF89-450B-A353-B39E57E1638C}" srcOrd="3" destOrd="0" presId="urn:microsoft.com/office/officeart/2018/2/layout/IconVerticalSolidList"/>
    <dgm:cxn modelId="{BE4FF095-2B7B-4DF7-A721-D8CAFD57211A}" type="presParOf" srcId="{D338145C-9C8B-4C7F-BE4A-C15A343D6005}" destId="{49E71682-8A1C-473A-8B0A-BB5065AEA0E3}" srcOrd="4" destOrd="0" presId="urn:microsoft.com/office/officeart/2018/2/layout/IconVerticalSolidList"/>
    <dgm:cxn modelId="{A35311C6-CAB8-4F33-90C4-5238AC190167}" type="presParOf" srcId="{49E71682-8A1C-473A-8B0A-BB5065AEA0E3}" destId="{B51434C8-EC6E-4D78-9176-270865D8DEF3}" srcOrd="0" destOrd="0" presId="urn:microsoft.com/office/officeart/2018/2/layout/IconVerticalSolidList"/>
    <dgm:cxn modelId="{1DCFD589-315E-4C98-89AC-428AD07F2978}" type="presParOf" srcId="{49E71682-8A1C-473A-8B0A-BB5065AEA0E3}" destId="{A688FA78-235A-4C80-8283-6484CEFA3308}" srcOrd="1" destOrd="0" presId="urn:microsoft.com/office/officeart/2018/2/layout/IconVerticalSolidList"/>
    <dgm:cxn modelId="{B47ED471-F26C-4FA5-A78F-76B3DA366871}" type="presParOf" srcId="{49E71682-8A1C-473A-8B0A-BB5065AEA0E3}" destId="{95D70E61-810B-4278-BC5C-06E3D56C4E50}" srcOrd="2" destOrd="0" presId="urn:microsoft.com/office/officeart/2018/2/layout/IconVerticalSolidList"/>
    <dgm:cxn modelId="{CA4D47AC-9F4B-4813-8AF3-D4F0E43D63B4}" type="presParOf" srcId="{49E71682-8A1C-473A-8B0A-BB5065AEA0E3}" destId="{BC697A72-98FC-4D7E-8739-C903CE636F14}" srcOrd="3" destOrd="0" presId="urn:microsoft.com/office/officeart/2018/2/layout/IconVerticalSolidList"/>
    <dgm:cxn modelId="{5A6DE2D2-6564-4826-83AC-1CFB1F8AACBD}" type="presParOf" srcId="{D338145C-9C8B-4C7F-BE4A-C15A343D6005}" destId="{D71757DD-D9B0-4668-A0C1-D69699E8AC2F}" srcOrd="5" destOrd="0" presId="urn:microsoft.com/office/officeart/2018/2/layout/IconVerticalSolidList"/>
    <dgm:cxn modelId="{E19E998F-C227-43EE-BCFD-62376C7EC695}" type="presParOf" srcId="{D338145C-9C8B-4C7F-BE4A-C15A343D6005}" destId="{803B1DCE-F6E0-409F-AD30-8875C257E128}" srcOrd="6" destOrd="0" presId="urn:microsoft.com/office/officeart/2018/2/layout/IconVerticalSolidList"/>
    <dgm:cxn modelId="{F74C6613-0176-4C74-A5BA-EDC6CBA14EAC}" type="presParOf" srcId="{803B1DCE-F6E0-409F-AD30-8875C257E128}" destId="{7C72389D-97ED-4ECC-A1CE-B0F5FDA053EC}" srcOrd="0" destOrd="0" presId="urn:microsoft.com/office/officeart/2018/2/layout/IconVerticalSolidList"/>
    <dgm:cxn modelId="{2647D368-98EA-44E7-A941-4DD764EDBBEB}" type="presParOf" srcId="{803B1DCE-F6E0-409F-AD30-8875C257E128}" destId="{0531E5B9-8D76-4C8C-8E9D-4C4E424F53A6}" srcOrd="1" destOrd="0" presId="urn:microsoft.com/office/officeart/2018/2/layout/IconVerticalSolidList"/>
    <dgm:cxn modelId="{05D4EF20-76A3-4DC1-A7BF-19CDC2E4F2C6}" type="presParOf" srcId="{803B1DCE-F6E0-409F-AD30-8875C257E128}" destId="{87AA1229-4C70-4BF2-9E2F-3BD88D1B6751}" srcOrd="2" destOrd="0" presId="urn:microsoft.com/office/officeart/2018/2/layout/IconVerticalSolidList"/>
    <dgm:cxn modelId="{8A9149FA-8255-486D-864D-3AA77585F975}" type="presParOf" srcId="{803B1DCE-F6E0-409F-AD30-8875C257E128}" destId="{51E20165-4E87-4971-8291-BCA551267437}"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506B5A0C-D66B-406A-85AA-704E8451BE21}"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A7EA63BF-96F8-41D0-B663-BD363CD73AE6}">
      <dgm:prSet/>
      <dgm:spPr/>
      <dgm:t>
        <a:bodyPr/>
        <a:lstStyle/>
        <a:p>
          <a:r>
            <a:rPr lang="en-GB"/>
            <a:t>Let's learn about UML class diagram to describe your design</a:t>
          </a:r>
          <a:endParaRPr lang="en-US"/>
        </a:p>
      </dgm:t>
    </dgm:pt>
    <dgm:pt modelId="{EBB321FF-AC4E-4DD8-8019-2EF65CEB52E9}" type="parTrans" cxnId="{8F97430A-8EA6-45F6-94CF-C3BDC4F799E5}">
      <dgm:prSet/>
      <dgm:spPr/>
      <dgm:t>
        <a:bodyPr/>
        <a:lstStyle/>
        <a:p>
          <a:endParaRPr lang="en-US"/>
        </a:p>
      </dgm:t>
    </dgm:pt>
    <dgm:pt modelId="{80521445-48B4-4026-AE95-75F20328556F}" type="sibTrans" cxnId="{8F97430A-8EA6-45F6-94CF-C3BDC4F799E5}">
      <dgm:prSet/>
      <dgm:spPr/>
      <dgm:t>
        <a:bodyPr/>
        <a:lstStyle/>
        <a:p>
          <a:endParaRPr lang="en-US"/>
        </a:p>
      </dgm:t>
    </dgm:pt>
    <dgm:pt modelId="{9A316DD4-6B8A-4AE5-9DF3-CE1D13976806}">
      <dgm:prSet/>
      <dgm:spPr/>
      <dgm:t>
        <a:bodyPr/>
        <a:lstStyle/>
        <a:p>
          <a:r>
            <a:rPr lang="en-GB"/>
            <a:t>Show Interfaces, Inheritance and Polymorphism</a:t>
          </a:r>
          <a:endParaRPr lang="en-US"/>
        </a:p>
      </dgm:t>
    </dgm:pt>
    <dgm:pt modelId="{C923817F-B434-4C84-BABA-4B0EF2A3E032}" type="parTrans" cxnId="{E8B696B6-D9F7-4459-A65E-C1FB8353E3A4}">
      <dgm:prSet/>
      <dgm:spPr/>
      <dgm:t>
        <a:bodyPr/>
        <a:lstStyle/>
        <a:p>
          <a:endParaRPr lang="en-US"/>
        </a:p>
      </dgm:t>
    </dgm:pt>
    <dgm:pt modelId="{04C8F491-BB0F-414A-A323-62A5033DDEA7}" type="sibTrans" cxnId="{E8B696B6-D9F7-4459-A65E-C1FB8353E3A4}">
      <dgm:prSet/>
      <dgm:spPr/>
      <dgm:t>
        <a:bodyPr/>
        <a:lstStyle/>
        <a:p>
          <a:endParaRPr lang="en-US"/>
        </a:p>
      </dgm:t>
    </dgm:pt>
    <dgm:pt modelId="{1172D6DE-3953-4CC1-9DA6-4591C1A89943}">
      <dgm:prSet/>
      <dgm:spPr/>
      <dgm:t>
        <a:bodyPr/>
        <a:lstStyle/>
        <a:p>
          <a:r>
            <a:rPr lang="en-GB"/>
            <a:t>Aggregation</a:t>
          </a:r>
          <a:endParaRPr lang="en-US"/>
        </a:p>
      </dgm:t>
    </dgm:pt>
    <dgm:pt modelId="{41946D8E-F211-41F2-805F-676B672E097E}" type="parTrans" cxnId="{4DCE32AB-C5E5-461B-88B1-D53B51419E4F}">
      <dgm:prSet/>
      <dgm:spPr/>
      <dgm:t>
        <a:bodyPr/>
        <a:lstStyle/>
        <a:p>
          <a:endParaRPr lang="en-US"/>
        </a:p>
      </dgm:t>
    </dgm:pt>
    <dgm:pt modelId="{2CB2DD08-E07E-47BB-AEFB-F3A532A5CA9F}" type="sibTrans" cxnId="{4DCE32AB-C5E5-461B-88B1-D53B51419E4F}">
      <dgm:prSet/>
      <dgm:spPr/>
      <dgm:t>
        <a:bodyPr/>
        <a:lstStyle/>
        <a:p>
          <a:endParaRPr lang="en-US"/>
        </a:p>
      </dgm:t>
    </dgm:pt>
    <dgm:pt modelId="{56FD268D-9B34-4659-90D1-8CAE0072BA65}">
      <dgm:prSet/>
      <dgm:spPr/>
      <dgm:t>
        <a:bodyPr/>
        <a:lstStyle/>
        <a:p>
          <a:r>
            <a:rPr lang="en-GB"/>
            <a:t>Association Qualifiers</a:t>
          </a:r>
          <a:endParaRPr lang="en-US"/>
        </a:p>
      </dgm:t>
    </dgm:pt>
    <dgm:pt modelId="{E63B1EEC-E91B-4FC8-9188-EABAB917699B}" type="parTrans" cxnId="{169FD979-7F67-421A-BA70-AAEBF2F5A9CE}">
      <dgm:prSet/>
      <dgm:spPr/>
      <dgm:t>
        <a:bodyPr/>
        <a:lstStyle/>
        <a:p>
          <a:endParaRPr lang="en-US"/>
        </a:p>
      </dgm:t>
    </dgm:pt>
    <dgm:pt modelId="{0DB5D449-9990-49D9-B613-B8CBD32CA220}" type="sibTrans" cxnId="{169FD979-7F67-421A-BA70-AAEBF2F5A9CE}">
      <dgm:prSet/>
      <dgm:spPr/>
      <dgm:t>
        <a:bodyPr/>
        <a:lstStyle/>
        <a:p>
          <a:endParaRPr lang="en-US"/>
        </a:p>
      </dgm:t>
    </dgm:pt>
    <dgm:pt modelId="{A7322ABC-1B7A-4053-B482-4CBD9A2CCF3F}" type="pres">
      <dgm:prSet presAssocID="{506B5A0C-D66B-406A-85AA-704E8451BE21}" presName="root" presStyleCnt="0">
        <dgm:presLayoutVars>
          <dgm:dir/>
          <dgm:resizeHandles val="exact"/>
        </dgm:presLayoutVars>
      </dgm:prSet>
      <dgm:spPr/>
    </dgm:pt>
    <dgm:pt modelId="{286C6494-03DC-48D7-8A82-222B4238D302}" type="pres">
      <dgm:prSet presAssocID="{A7EA63BF-96F8-41D0-B663-BD363CD73AE6}" presName="compNode" presStyleCnt="0"/>
      <dgm:spPr/>
    </dgm:pt>
    <dgm:pt modelId="{CB55402B-14C6-4F5A-8D58-350033BF66F0}" type="pres">
      <dgm:prSet presAssocID="{A7EA63BF-96F8-41D0-B663-BD363CD73AE6}" presName="bgRect" presStyleLbl="bgShp" presStyleIdx="0" presStyleCnt="4"/>
      <dgm:spPr/>
    </dgm:pt>
    <dgm:pt modelId="{72270A22-CB63-4ACF-AB0B-0F4C22F89785}" type="pres">
      <dgm:prSet presAssocID="{A7EA63BF-96F8-41D0-B663-BD363CD73AE6}" presName="iconRect" presStyleLbl="node1" presStyleIdx="0" presStyleCnt="4"/>
      <dgm:spPr>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a:noFill/>
        </a:ln>
      </dgm:spPr>
      <dgm:extLst>
        <a:ext uri="{E40237B7-FDA0-4F09-8148-C483321AD2D9}">
          <dgm14:cNvPr xmlns:dgm14="http://schemas.microsoft.com/office/drawing/2010/diagram" id="0" name="" descr="Network diagram outline"/>
        </a:ext>
      </dgm:extLst>
    </dgm:pt>
    <dgm:pt modelId="{7CBC1056-9EE9-472B-B1C2-0D6F9C16B5E8}" type="pres">
      <dgm:prSet presAssocID="{A7EA63BF-96F8-41D0-B663-BD363CD73AE6}" presName="spaceRect" presStyleCnt="0"/>
      <dgm:spPr/>
    </dgm:pt>
    <dgm:pt modelId="{1C0FF4BE-AB9C-4890-BB20-8F8BC1C57804}" type="pres">
      <dgm:prSet presAssocID="{A7EA63BF-96F8-41D0-B663-BD363CD73AE6}" presName="parTx" presStyleLbl="revTx" presStyleIdx="0" presStyleCnt="4">
        <dgm:presLayoutVars>
          <dgm:chMax val="0"/>
          <dgm:chPref val="0"/>
        </dgm:presLayoutVars>
      </dgm:prSet>
      <dgm:spPr/>
    </dgm:pt>
    <dgm:pt modelId="{681DCD24-F58C-4586-97F2-39923870EA0E}" type="pres">
      <dgm:prSet presAssocID="{80521445-48B4-4026-AE95-75F20328556F}" presName="sibTrans" presStyleCnt="0"/>
      <dgm:spPr/>
    </dgm:pt>
    <dgm:pt modelId="{D609712E-5FC1-4F15-8FBD-353AB974CFED}" type="pres">
      <dgm:prSet presAssocID="{9A316DD4-6B8A-4AE5-9DF3-CE1D13976806}" presName="compNode" presStyleCnt="0"/>
      <dgm:spPr/>
    </dgm:pt>
    <dgm:pt modelId="{B0A05C51-156A-4B81-A710-5EEAFEDFB068}" type="pres">
      <dgm:prSet presAssocID="{9A316DD4-6B8A-4AE5-9DF3-CE1D13976806}" presName="bgRect" presStyleLbl="bgShp" presStyleIdx="1" presStyleCnt="4"/>
      <dgm:spPr/>
    </dgm:pt>
    <dgm:pt modelId="{808E24B0-17F0-4E5B-857A-6BD2E1D3B9E8}" type="pres">
      <dgm:prSet presAssocID="{9A316DD4-6B8A-4AE5-9DF3-CE1D13976806}"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isconnected"/>
        </a:ext>
      </dgm:extLst>
    </dgm:pt>
    <dgm:pt modelId="{CEEE1A5B-198B-457C-8D20-6E392A961709}" type="pres">
      <dgm:prSet presAssocID="{9A316DD4-6B8A-4AE5-9DF3-CE1D13976806}" presName="spaceRect" presStyleCnt="0"/>
      <dgm:spPr/>
    </dgm:pt>
    <dgm:pt modelId="{EBE6F2BA-4E03-4278-B067-D024BC91B30E}" type="pres">
      <dgm:prSet presAssocID="{9A316DD4-6B8A-4AE5-9DF3-CE1D13976806}" presName="parTx" presStyleLbl="revTx" presStyleIdx="1" presStyleCnt="4">
        <dgm:presLayoutVars>
          <dgm:chMax val="0"/>
          <dgm:chPref val="0"/>
        </dgm:presLayoutVars>
      </dgm:prSet>
      <dgm:spPr/>
    </dgm:pt>
    <dgm:pt modelId="{5534C248-8297-4AC0-9C2E-ED68DD054DD9}" type="pres">
      <dgm:prSet presAssocID="{04C8F491-BB0F-414A-A323-62A5033DDEA7}" presName="sibTrans" presStyleCnt="0"/>
      <dgm:spPr/>
    </dgm:pt>
    <dgm:pt modelId="{FF33F875-D450-410D-ABFF-65A45BEFB89A}" type="pres">
      <dgm:prSet presAssocID="{1172D6DE-3953-4CC1-9DA6-4591C1A89943}" presName="compNode" presStyleCnt="0"/>
      <dgm:spPr/>
    </dgm:pt>
    <dgm:pt modelId="{0D65CEA2-6114-4212-8CDE-F9A8CE824D7E}" type="pres">
      <dgm:prSet presAssocID="{1172D6DE-3953-4CC1-9DA6-4591C1A89943}" presName="bgRect" presStyleLbl="bgShp" presStyleIdx="2" presStyleCnt="4"/>
      <dgm:spPr/>
    </dgm:pt>
    <dgm:pt modelId="{F86BCAD7-D92D-4913-AEFA-C0AB733E99D1}" type="pres">
      <dgm:prSet presAssocID="{1172D6DE-3953-4CC1-9DA6-4591C1A89943}"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Network"/>
        </a:ext>
      </dgm:extLst>
    </dgm:pt>
    <dgm:pt modelId="{0EC71FA8-4C0D-4938-A13D-AD9E63917025}" type="pres">
      <dgm:prSet presAssocID="{1172D6DE-3953-4CC1-9DA6-4591C1A89943}" presName="spaceRect" presStyleCnt="0"/>
      <dgm:spPr/>
    </dgm:pt>
    <dgm:pt modelId="{08413BA9-2B9A-49FD-B23C-9071726276F2}" type="pres">
      <dgm:prSet presAssocID="{1172D6DE-3953-4CC1-9DA6-4591C1A89943}" presName="parTx" presStyleLbl="revTx" presStyleIdx="2" presStyleCnt="4">
        <dgm:presLayoutVars>
          <dgm:chMax val="0"/>
          <dgm:chPref val="0"/>
        </dgm:presLayoutVars>
      </dgm:prSet>
      <dgm:spPr/>
    </dgm:pt>
    <dgm:pt modelId="{47038BAB-42E2-4179-A547-CC31389E2795}" type="pres">
      <dgm:prSet presAssocID="{2CB2DD08-E07E-47BB-AEFB-F3A532A5CA9F}" presName="sibTrans" presStyleCnt="0"/>
      <dgm:spPr/>
    </dgm:pt>
    <dgm:pt modelId="{99BEFEBE-62B5-41AD-BCAA-6613C479E85A}" type="pres">
      <dgm:prSet presAssocID="{56FD268D-9B34-4659-90D1-8CAE0072BA65}" presName="compNode" presStyleCnt="0"/>
      <dgm:spPr/>
    </dgm:pt>
    <dgm:pt modelId="{D9D70E0E-2C2B-40D3-BBA1-FB7C4CFD5AE6}" type="pres">
      <dgm:prSet presAssocID="{56FD268D-9B34-4659-90D1-8CAE0072BA65}" presName="bgRect" presStyleLbl="bgShp" presStyleIdx="3" presStyleCnt="4"/>
      <dgm:spPr/>
    </dgm:pt>
    <dgm:pt modelId="{99170947-9743-4CBB-BCD9-210466C50CD2}" type="pres">
      <dgm:prSet presAssocID="{56FD268D-9B34-4659-90D1-8CAE0072BA65}" presName="iconRect" presStyleLbl="node1" presStyleIdx="3" presStyleCnt="4"/>
      <dgm:spPr>
        <a:blipFill>
          <a:blip xmlns:r="http://schemas.openxmlformats.org/officeDocument/2006/relationships">
            <a:extLs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Group of people with solid fill"/>
        </a:ext>
      </dgm:extLst>
    </dgm:pt>
    <dgm:pt modelId="{5A363BD0-4D54-4D87-A379-B772E5C759FE}" type="pres">
      <dgm:prSet presAssocID="{56FD268D-9B34-4659-90D1-8CAE0072BA65}" presName="spaceRect" presStyleCnt="0"/>
      <dgm:spPr/>
    </dgm:pt>
    <dgm:pt modelId="{0151E4D1-BF8A-4495-A239-EF283EE7E3C7}" type="pres">
      <dgm:prSet presAssocID="{56FD268D-9B34-4659-90D1-8CAE0072BA65}" presName="parTx" presStyleLbl="revTx" presStyleIdx="3" presStyleCnt="4">
        <dgm:presLayoutVars>
          <dgm:chMax val="0"/>
          <dgm:chPref val="0"/>
        </dgm:presLayoutVars>
      </dgm:prSet>
      <dgm:spPr/>
    </dgm:pt>
  </dgm:ptLst>
  <dgm:cxnLst>
    <dgm:cxn modelId="{8F97430A-8EA6-45F6-94CF-C3BDC4F799E5}" srcId="{506B5A0C-D66B-406A-85AA-704E8451BE21}" destId="{A7EA63BF-96F8-41D0-B663-BD363CD73AE6}" srcOrd="0" destOrd="0" parTransId="{EBB321FF-AC4E-4DD8-8019-2EF65CEB52E9}" sibTransId="{80521445-48B4-4026-AE95-75F20328556F}"/>
    <dgm:cxn modelId="{2083131E-CD8D-43BF-8933-D106C4B1CD7A}" type="presOf" srcId="{56FD268D-9B34-4659-90D1-8CAE0072BA65}" destId="{0151E4D1-BF8A-4495-A239-EF283EE7E3C7}" srcOrd="0" destOrd="0" presId="urn:microsoft.com/office/officeart/2018/2/layout/IconVerticalSolidList"/>
    <dgm:cxn modelId="{C3741E5E-8118-4173-9C69-2B06C9CBF5A1}" type="presOf" srcId="{1172D6DE-3953-4CC1-9DA6-4591C1A89943}" destId="{08413BA9-2B9A-49FD-B23C-9071726276F2}" srcOrd="0" destOrd="0" presId="urn:microsoft.com/office/officeart/2018/2/layout/IconVerticalSolidList"/>
    <dgm:cxn modelId="{169FD979-7F67-421A-BA70-AAEBF2F5A9CE}" srcId="{506B5A0C-D66B-406A-85AA-704E8451BE21}" destId="{56FD268D-9B34-4659-90D1-8CAE0072BA65}" srcOrd="3" destOrd="0" parTransId="{E63B1EEC-E91B-4FC8-9188-EABAB917699B}" sibTransId="{0DB5D449-9990-49D9-B613-B8CBD32CA220}"/>
    <dgm:cxn modelId="{8EA6B68A-40C5-4959-9A6F-2A05FCF8C0AE}" type="presOf" srcId="{A7EA63BF-96F8-41D0-B663-BD363CD73AE6}" destId="{1C0FF4BE-AB9C-4890-BB20-8F8BC1C57804}" srcOrd="0" destOrd="0" presId="urn:microsoft.com/office/officeart/2018/2/layout/IconVerticalSolidList"/>
    <dgm:cxn modelId="{4DCE32AB-C5E5-461B-88B1-D53B51419E4F}" srcId="{506B5A0C-D66B-406A-85AA-704E8451BE21}" destId="{1172D6DE-3953-4CC1-9DA6-4591C1A89943}" srcOrd="2" destOrd="0" parTransId="{41946D8E-F211-41F2-805F-676B672E097E}" sibTransId="{2CB2DD08-E07E-47BB-AEFB-F3A532A5CA9F}"/>
    <dgm:cxn modelId="{E8B696B6-D9F7-4459-A65E-C1FB8353E3A4}" srcId="{506B5A0C-D66B-406A-85AA-704E8451BE21}" destId="{9A316DD4-6B8A-4AE5-9DF3-CE1D13976806}" srcOrd="1" destOrd="0" parTransId="{C923817F-B434-4C84-BABA-4B0EF2A3E032}" sibTransId="{04C8F491-BB0F-414A-A323-62A5033DDEA7}"/>
    <dgm:cxn modelId="{871949D6-344D-436B-B888-D55BEC86CB7A}" type="presOf" srcId="{506B5A0C-D66B-406A-85AA-704E8451BE21}" destId="{A7322ABC-1B7A-4053-B482-4CBD9A2CCF3F}" srcOrd="0" destOrd="0" presId="urn:microsoft.com/office/officeart/2018/2/layout/IconVerticalSolidList"/>
    <dgm:cxn modelId="{ACD2D5F7-38C7-4311-AB8D-E25A2D9B364E}" type="presOf" srcId="{9A316DD4-6B8A-4AE5-9DF3-CE1D13976806}" destId="{EBE6F2BA-4E03-4278-B067-D024BC91B30E}" srcOrd="0" destOrd="0" presId="urn:microsoft.com/office/officeart/2018/2/layout/IconVerticalSolidList"/>
    <dgm:cxn modelId="{60AC2EC6-8566-4DF1-B1BA-D478C75AB3F8}" type="presParOf" srcId="{A7322ABC-1B7A-4053-B482-4CBD9A2CCF3F}" destId="{286C6494-03DC-48D7-8A82-222B4238D302}" srcOrd="0" destOrd="0" presId="urn:microsoft.com/office/officeart/2018/2/layout/IconVerticalSolidList"/>
    <dgm:cxn modelId="{D5409738-AC0B-400A-88AB-43253D890416}" type="presParOf" srcId="{286C6494-03DC-48D7-8A82-222B4238D302}" destId="{CB55402B-14C6-4F5A-8D58-350033BF66F0}" srcOrd="0" destOrd="0" presId="urn:microsoft.com/office/officeart/2018/2/layout/IconVerticalSolidList"/>
    <dgm:cxn modelId="{2625CC29-3332-4DB3-9EC5-EE47540B51DE}" type="presParOf" srcId="{286C6494-03DC-48D7-8A82-222B4238D302}" destId="{72270A22-CB63-4ACF-AB0B-0F4C22F89785}" srcOrd="1" destOrd="0" presId="urn:microsoft.com/office/officeart/2018/2/layout/IconVerticalSolidList"/>
    <dgm:cxn modelId="{E99B7D86-A1D3-42F4-BD3C-D7E133F28DC3}" type="presParOf" srcId="{286C6494-03DC-48D7-8A82-222B4238D302}" destId="{7CBC1056-9EE9-472B-B1C2-0D6F9C16B5E8}" srcOrd="2" destOrd="0" presId="urn:microsoft.com/office/officeart/2018/2/layout/IconVerticalSolidList"/>
    <dgm:cxn modelId="{B1926960-486C-4FDF-9864-F5B6346ED5A4}" type="presParOf" srcId="{286C6494-03DC-48D7-8A82-222B4238D302}" destId="{1C0FF4BE-AB9C-4890-BB20-8F8BC1C57804}" srcOrd="3" destOrd="0" presId="urn:microsoft.com/office/officeart/2018/2/layout/IconVerticalSolidList"/>
    <dgm:cxn modelId="{C499D076-E308-430E-A6F2-4D08A7232704}" type="presParOf" srcId="{A7322ABC-1B7A-4053-B482-4CBD9A2CCF3F}" destId="{681DCD24-F58C-4586-97F2-39923870EA0E}" srcOrd="1" destOrd="0" presId="urn:microsoft.com/office/officeart/2018/2/layout/IconVerticalSolidList"/>
    <dgm:cxn modelId="{40F2CC03-978F-422F-B7C3-77B4462E7F47}" type="presParOf" srcId="{A7322ABC-1B7A-4053-B482-4CBD9A2CCF3F}" destId="{D609712E-5FC1-4F15-8FBD-353AB974CFED}" srcOrd="2" destOrd="0" presId="urn:microsoft.com/office/officeart/2018/2/layout/IconVerticalSolidList"/>
    <dgm:cxn modelId="{CF9F9DD5-31E1-49B1-AD5E-1ED6701299AC}" type="presParOf" srcId="{D609712E-5FC1-4F15-8FBD-353AB974CFED}" destId="{B0A05C51-156A-4B81-A710-5EEAFEDFB068}" srcOrd="0" destOrd="0" presId="urn:microsoft.com/office/officeart/2018/2/layout/IconVerticalSolidList"/>
    <dgm:cxn modelId="{A2960CFD-1685-4CB7-8438-67B8F48DEDA2}" type="presParOf" srcId="{D609712E-5FC1-4F15-8FBD-353AB974CFED}" destId="{808E24B0-17F0-4E5B-857A-6BD2E1D3B9E8}" srcOrd="1" destOrd="0" presId="urn:microsoft.com/office/officeart/2018/2/layout/IconVerticalSolidList"/>
    <dgm:cxn modelId="{025F7789-F5C9-4075-9D97-9F6320EF926C}" type="presParOf" srcId="{D609712E-5FC1-4F15-8FBD-353AB974CFED}" destId="{CEEE1A5B-198B-457C-8D20-6E392A961709}" srcOrd="2" destOrd="0" presId="urn:microsoft.com/office/officeart/2018/2/layout/IconVerticalSolidList"/>
    <dgm:cxn modelId="{54C23DB0-B069-4438-B285-EFE706C7837A}" type="presParOf" srcId="{D609712E-5FC1-4F15-8FBD-353AB974CFED}" destId="{EBE6F2BA-4E03-4278-B067-D024BC91B30E}" srcOrd="3" destOrd="0" presId="urn:microsoft.com/office/officeart/2018/2/layout/IconVerticalSolidList"/>
    <dgm:cxn modelId="{BFC2BE72-70AF-4A3B-BF4B-5F5D4D1B3943}" type="presParOf" srcId="{A7322ABC-1B7A-4053-B482-4CBD9A2CCF3F}" destId="{5534C248-8297-4AC0-9C2E-ED68DD054DD9}" srcOrd="3" destOrd="0" presId="urn:microsoft.com/office/officeart/2018/2/layout/IconVerticalSolidList"/>
    <dgm:cxn modelId="{EEC1D2BA-F958-49E0-A037-F338E2E320A5}" type="presParOf" srcId="{A7322ABC-1B7A-4053-B482-4CBD9A2CCF3F}" destId="{FF33F875-D450-410D-ABFF-65A45BEFB89A}" srcOrd="4" destOrd="0" presId="urn:microsoft.com/office/officeart/2018/2/layout/IconVerticalSolidList"/>
    <dgm:cxn modelId="{98AB3523-DAF8-477D-9FC9-B146E9323276}" type="presParOf" srcId="{FF33F875-D450-410D-ABFF-65A45BEFB89A}" destId="{0D65CEA2-6114-4212-8CDE-F9A8CE824D7E}" srcOrd="0" destOrd="0" presId="urn:microsoft.com/office/officeart/2018/2/layout/IconVerticalSolidList"/>
    <dgm:cxn modelId="{2AFA4D85-9943-4046-B4CB-925D1AB1DCBA}" type="presParOf" srcId="{FF33F875-D450-410D-ABFF-65A45BEFB89A}" destId="{F86BCAD7-D92D-4913-AEFA-C0AB733E99D1}" srcOrd="1" destOrd="0" presId="urn:microsoft.com/office/officeart/2018/2/layout/IconVerticalSolidList"/>
    <dgm:cxn modelId="{718B4726-E01B-4A58-8F49-63E7F6FAA6B0}" type="presParOf" srcId="{FF33F875-D450-410D-ABFF-65A45BEFB89A}" destId="{0EC71FA8-4C0D-4938-A13D-AD9E63917025}" srcOrd="2" destOrd="0" presId="urn:microsoft.com/office/officeart/2018/2/layout/IconVerticalSolidList"/>
    <dgm:cxn modelId="{5D2198FD-F744-49B6-957E-51F22EF84B61}" type="presParOf" srcId="{FF33F875-D450-410D-ABFF-65A45BEFB89A}" destId="{08413BA9-2B9A-49FD-B23C-9071726276F2}" srcOrd="3" destOrd="0" presId="urn:microsoft.com/office/officeart/2018/2/layout/IconVerticalSolidList"/>
    <dgm:cxn modelId="{DB4B5F11-D09B-41CF-B496-4BB09FB0C78B}" type="presParOf" srcId="{A7322ABC-1B7A-4053-B482-4CBD9A2CCF3F}" destId="{47038BAB-42E2-4179-A547-CC31389E2795}" srcOrd="5" destOrd="0" presId="urn:microsoft.com/office/officeart/2018/2/layout/IconVerticalSolidList"/>
    <dgm:cxn modelId="{93A4AC30-4032-4622-B736-EBFFB8C4D8FB}" type="presParOf" srcId="{A7322ABC-1B7A-4053-B482-4CBD9A2CCF3F}" destId="{99BEFEBE-62B5-41AD-BCAA-6613C479E85A}" srcOrd="6" destOrd="0" presId="urn:microsoft.com/office/officeart/2018/2/layout/IconVerticalSolidList"/>
    <dgm:cxn modelId="{784271AB-36C9-417B-848F-A5FF1711AB5D}" type="presParOf" srcId="{99BEFEBE-62B5-41AD-BCAA-6613C479E85A}" destId="{D9D70E0E-2C2B-40D3-BBA1-FB7C4CFD5AE6}" srcOrd="0" destOrd="0" presId="urn:microsoft.com/office/officeart/2018/2/layout/IconVerticalSolidList"/>
    <dgm:cxn modelId="{7F85AF9B-3104-4C91-9B6A-089AA0AF6E14}" type="presParOf" srcId="{99BEFEBE-62B5-41AD-BCAA-6613C479E85A}" destId="{99170947-9743-4CBB-BCD9-210466C50CD2}" srcOrd="1" destOrd="0" presId="urn:microsoft.com/office/officeart/2018/2/layout/IconVerticalSolidList"/>
    <dgm:cxn modelId="{B4CC2D0A-B3FC-4075-A416-FC605EAE99EA}" type="presParOf" srcId="{99BEFEBE-62B5-41AD-BCAA-6613C479E85A}" destId="{5A363BD0-4D54-4D87-A379-B772E5C759FE}" srcOrd="2" destOrd="0" presId="urn:microsoft.com/office/officeart/2018/2/layout/IconVerticalSolidList"/>
    <dgm:cxn modelId="{1E2F7B21-CC54-4A39-913C-78D02F76FBF0}" type="presParOf" srcId="{99BEFEBE-62B5-41AD-BCAA-6613C479E85A}" destId="{0151E4D1-BF8A-4495-A239-EF283EE7E3C7}"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7B098AAB-E1F4-4716-B736-435C60FB17BD}" type="doc">
      <dgm:prSet loTypeId="urn:microsoft.com/office/officeart/2008/layout/LinedList" loCatId="list" qsTypeId="urn:microsoft.com/office/officeart/2005/8/quickstyle/simple1" qsCatId="simple" csTypeId="urn:microsoft.com/office/officeart/2005/8/colors/accent3_2" csCatId="accent3" phldr="1"/>
      <dgm:spPr/>
      <dgm:t>
        <a:bodyPr/>
        <a:lstStyle/>
        <a:p>
          <a:endParaRPr lang="en-US"/>
        </a:p>
      </dgm:t>
    </dgm:pt>
    <dgm:pt modelId="{F53B1A4C-1E42-4B30-A5F7-B490E37574E8}">
      <dgm:prSet custT="1"/>
      <dgm:spPr/>
      <dgm:t>
        <a:bodyPr/>
        <a:lstStyle/>
        <a:p>
          <a:br>
            <a:rPr lang="en-US" sz="2800" dirty="0"/>
          </a:br>
          <a:r>
            <a:rPr lang="en-US" sz="2800" dirty="0"/>
            <a:t>Represent the static structure of a system.</a:t>
          </a:r>
        </a:p>
      </dgm:t>
    </dgm:pt>
    <dgm:pt modelId="{CB068472-A421-4C57-9DF6-CE31E4619490}" type="parTrans" cxnId="{1D6F0D1A-A0D9-4CB8-9018-9083931BA753}">
      <dgm:prSet/>
      <dgm:spPr/>
      <dgm:t>
        <a:bodyPr/>
        <a:lstStyle/>
        <a:p>
          <a:endParaRPr lang="en-US"/>
        </a:p>
      </dgm:t>
    </dgm:pt>
    <dgm:pt modelId="{F853BA56-A2F3-44BD-972B-59C90CEDE086}" type="sibTrans" cxnId="{1D6F0D1A-A0D9-4CB8-9018-9083931BA753}">
      <dgm:prSet/>
      <dgm:spPr/>
      <dgm:t>
        <a:bodyPr/>
        <a:lstStyle/>
        <a:p>
          <a:endParaRPr lang="en-US"/>
        </a:p>
      </dgm:t>
    </dgm:pt>
    <dgm:pt modelId="{1AA6E61E-1033-4E43-A67A-A421AA6E2B97}">
      <dgm:prSet custT="1"/>
      <dgm:spPr/>
      <dgm:t>
        <a:bodyPr/>
        <a:lstStyle/>
        <a:p>
          <a:br>
            <a:rPr lang="en-US" sz="2800" dirty="0"/>
          </a:br>
          <a:r>
            <a:rPr lang="en-US" sz="2800" dirty="0"/>
            <a:t>Show classes, attributes, methods, and relationships.</a:t>
          </a:r>
        </a:p>
      </dgm:t>
    </dgm:pt>
    <dgm:pt modelId="{E5ADFAFA-D948-4537-AB60-1C0F53298590}" type="parTrans" cxnId="{A3839BF9-28E6-4F23-9D6E-83D2D5D26FC5}">
      <dgm:prSet/>
      <dgm:spPr/>
      <dgm:t>
        <a:bodyPr/>
        <a:lstStyle/>
        <a:p>
          <a:endParaRPr lang="en-US"/>
        </a:p>
      </dgm:t>
    </dgm:pt>
    <dgm:pt modelId="{A518D2EF-B67A-4022-AA61-D16E90C230E3}" type="sibTrans" cxnId="{A3839BF9-28E6-4F23-9D6E-83D2D5D26FC5}">
      <dgm:prSet/>
      <dgm:spPr/>
      <dgm:t>
        <a:bodyPr/>
        <a:lstStyle/>
        <a:p>
          <a:endParaRPr lang="en-US"/>
        </a:p>
      </dgm:t>
    </dgm:pt>
    <dgm:pt modelId="{33519558-D983-4F81-AE80-AEE678738E08}">
      <dgm:prSet custT="1"/>
      <dgm:spPr/>
      <dgm:t>
        <a:bodyPr/>
        <a:lstStyle/>
        <a:p>
          <a:br>
            <a:rPr lang="en-US" sz="2800" dirty="0"/>
          </a:br>
          <a:r>
            <a:rPr lang="en-US" sz="2800" dirty="0"/>
            <a:t>Useful for designing data models and backend structure.</a:t>
          </a:r>
        </a:p>
      </dgm:t>
    </dgm:pt>
    <dgm:pt modelId="{04F11817-EE88-4A01-9D52-9D1B73C66C21}" type="parTrans" cxnId="{9867AAAF-CFA3-4668-AC03-2A3B31170316}">
      <dgm:prSet/>
      <dgm:spPr/>
      <dgm:t>
        <a:bodyPr/>
        <a:lstStyle/>
        <a:p>
          <a:endParaRPr lang="en-US"/>
        </a:p>
      </dgm:t>
    </dgm:pt>
    <dgm:pt modelId="{B2B6109E-CCCE-4358-8C9E-AC27A105B622}" type="sibTrans" cxnId="{9867AAAF-CFA3-4668-AC03-2A3B31170316}">
      <dgm:prSet/>
      <dgm:spPr/>
      <dgm:t>
        <a:bodyPr/>
        <a:lstStyle/>
        <a:p>
          <a:endParaRPr lang="en-US"/>
        </a:p>
      </dgm:t>
    </dgm:pt>
    <dgm:pt modelId="{CA51A65B-A7B0-4D2B-97AA-64D2DC274ED7}" type="pres">
      <dgm:prSet presAssocID="{7B098AAB-E1F4-4716-B736-435C60FB17BD}" presName="vert0" presStyleCnt="0">
        <dgm:presLayoutVars>
          <dgm:dir/>
          <dgm:animOne val="branch"/>
          <dgm:animLvl val="lvl"/>
        </dgm:presLayoutVars>
      </dgm:prSet>
      <dgm:spPr/>
    </dgm:pt>
    <dgm:pt modelId="{854423D4-8A85-4AF4-AE3A-74CDA64D9935}" type="pres">
      <dgm:prSet presAssocID="{F53B1A4C-1E42-4B30-A5F7-B490E37574E8}" presName="thickLine" presStyleLbl="alignNode1" presStyleIdx="0" presStyleCnt="3"/>
      <dgm:spPr/>
    </dgm:pt>
    <dgm:pt modelId="{7B0E92FD-CA5E-4D79-8C8F-60FCE86B4390}" type="pres">
      <dgm:prSet presAssocID="{F53B1A4C-1E42-4B30-A5F7-B490E37574E8}" presName="horz1" presStyleCnt="0"/>
      <dgm:spPr/>
    </dgm:pt>
    <dgm:pt modelId="{FB6EB9E7-AA92-4C13-8BF9-025632F84B64}" type="pres">
      <dgm:prSet presAssocID="{F53B1A4C-1E42-4B30-A5F7-B490E37574E8}" presName="tx1" presStyleLbl="revTx" presStyleIdx="0" presStyleCnt="3"/>
      <dgm:spPr/>
    </dgm:pt>
    <dgm:pt modelId="{1A26D022-E6ED-4646-90FC-B5013E07DBF6}" type="pres">
      <dgm:prSet presAssocID="{F53B1A4C-1E42-4B30-A5F7-B490E37574E8}" presName="vert1" presStyleCnt="0"/>
      <dgm:spPr/>
    </dgm:pt>
    <dgm:pt modelId="{D0612F2E-42FA-4199-8F53-6A119AF80509}" type="pres">
      <dgm:prSet presAssocID="{1AA6E61E-1033-4E43-A67A-A421AA6E2B97}" presName="thickLine" presStyleLbl="alignNode1" presStyleIdx="1" presStyleCnt="3"/>
      <dgm:spPr/>
    </dgm:pt>
    <dgm:pt modelId="{E25FE01D-877D-4522-A0EE-81018E0E5E90}" type="pres">
      <dgm:prSet presAssocID="{1AA6E61E-1033-4E43-A67A-A421AA6E2B97}" presName="horz1" presStyleCnt="0"/>
      <dgm:spPr/>
    </dgm:pt>
    <dgm:pt modelId="{F0661941-B3DA-4AD2-BACE-31F03E03090C}" type="pres">
      <dgm:prSet presAssocID="{1AA6E61E-1033-4E43-A67A-A421AA6E2B97}" presName="tx1" presStyleLbl="revTx" presStyleIdx="1" presStyleCnt="3"/>
      <dgm:spPr/>
    </dgm:pt>
    <dgm:pt modelId="{25584219-6918-460B-A348-359C1D75E5C1}" type="pres">
      <dgm:prSet presAssocID="{1AA6E61E-1033-4E43-A67A-A421AA6E2B97}" presName="vert1" presStyleCnt="0"/>
      <dgm:spPr/>
    </dgm:pt>
    <dgm:pt modelId="{AA0E0024-0A2C-4731-99EB-7749908E28B8}" type="pres">
      <dgm:prSet presAssocID="{33519558-D983-4F81-AE80-AEE678738E08}" presName="thickLine" presStyleLbl="alignNode1" presStyleIdx="2" presStyleCnt="3"/>
      <dgm:spPr/>
    </dgm:pt>
    <dgm:pt modelId="{76661C85-62A0-4947-9BF9-5C79D71FCE0E}" type="pres">
      <dgm:prSet presAssocID="{33519558-D983-4F81-AE80-AEE678738E08}" presName="horz1" presStyleCnt="0"/>
      <dgm:spPr/>
    </dgm:pt>
    <dgm:pt modelId="{9915B7F9-8ED0-4B93-A51C-1FF08C4ECE2F}" type="pres">
      <dgm:prSet presAssocID="{33519558-D983-4F81-AE80-AEE678738E08}" presName="tx1" presStyleLbl="revTx" presStyleIdx="2" presStyleCnt="3"/>
      <dgm:spPr/>
    </dgm:pt>
    <dgm:pt modelId="{A0A0BE11-F37F-46BC-9355-F8E17F900C31}" type="pres">
      <dgm:prSet presAssocID="{33519558-D983-4F81-AE80-AEE678738E08}" presName="vert1" presStyleCnt="0"/>
      <dgm:spPr/>
    </dgm:pt>
  </dgm:ptLst>
  <dgm:cxnLst>
    <dgm:cxn modelId="{1D6F0D1A-A0D9-4CB8-9018-9083931BA753}" srcId="{7B098AAB-E1F4-4716-B736-435C60FB17BD}" destId="{F53B1A4C-1E42-4B30-A5F7-B490E37574E8}" srcOrd="0" destOrd="0" parTransId="{CB068472-A421-4C57-9DF6-CE31E4619490}" sibTransId="{F853BA56-A2F3-44BD-972B-59C90CEDE086}"/>
    <dgm:cxn modelId="{D2097922-8B60-48C8-AF49-8553895CE0A5}" type="presOf" srcId="{F53B1A4C-1E42-4B30-A5F7-B490E37574E8}" destId="{FB6EB9E7-AA92-4C13-8BF9-025632F84B64}" srcOrd="0" destOrd="0" presId="urn:microsoft.com/office/officeart/2008/layout/LinedList"/>
    <dgm:cxn modelId="{A820FE70-1951-48E5-94EE-F5E348B2AEE5}" type="presOf" srcId="{1AA6E61E-1033-4E43-A67A-A421AA6E2B97}" destId="{F0661941-B3DA-4AD2-BACE-31F03E03090C}" srcOrd="0" destOrd="0" presId="urn:microsoft.com/office/officeart/2008/layout/LinedList"/>
    <dgm:cxn modelId="{9867AAAF-CFA3-4668-AC03-2A3B31170316}" srcId="{7B098AAB-E1F4-4716-B736-435C60FB17BD}" destId="{33519558-D983-4F81-AE80-AEE678738E08}" srcOrd="2" destOrd="0" parTransId="{04F11817-EE88-4A01-9D52-9D1B73C66C21}" sibTransId="{B2B6109E-CCCE-4358-8C9E-AC27A105B622}"/>
    <dgm:cxn modelId="{0D63C0D9-043B-4D39-A203-749333B68B8B}" type="presOf" srcId="{7B098AAB-E1F4-4716-B736-435C60FB17BD}" destId="{CA51A65B-A7B0-4D2B-97AA-64D2DC274ED7}" srcOrd="0" destOrd="0" presId="urn:microsoft.com/office/officeart/2008/layout/LinedList"/>
    <dgm:cxn modelId="{1DBA82F6-4085-4F76-B420-D8C455A4E18E}" type="presOf" srcId="{33519558-D983-4F81-AE80-AEE678738E08}" destId="{9915B7F9-8ED0-4B93-A51C-1FF08C4ECE2F}" srcOrd="0" destOrd="0" presId="urn:microsoft.com/office/officeart/2008/layout/LinedList"/>
    <dgm:cxn modelId="{A3839BF9-28E6-4F23-9D6E-83D2D5D26FC5}" srcId="{7B098AAB-E1F4-4716-B736-435C60FB17BD}" destId="{1AA6E61E-1033-4E43-A67A-A421AA6E2B97}" srcOrd="1" destOrd="0" parTransId="{E5ADFAFA-D948-4537-AB60-1C0F53298590}" sibTransId="{A518D2EF-B67A-4022-AA61-D16E90C230E3}"/>
    <dgm:cxn modelId="{285735AB-044F-4837-AB1E-47E24993B4FA}" type="presParOf" srcId="{CA51A65B-A7B0-4D2B-97AA-64D2DC274ED7}" destId="{854423D4-8A85-4AF4-AE3A-74CDA64D9935}" srcOrd="0" destOrd="0" presId="urn:microsoft.com/office/officeart/2008/layout/LinedList"/>
    <dgm:cxn modelId="{98398F4E-389C-4222-AC70-F5496950D422}" type="presParOf" srcId="{CA51A65B-A7B0-4D2B-97AA-64D2DC274ED7}" destId="{7B0E92FD-CA5E-4D79-8C8F-60FCE86B4390}" srcOrd="1" destOrd="0" presId="urn:microsoft.com/office/officeart/2008/layout/LinedList"/>
    <dgm:cxn modelId="{4F1219B5-8FF8-43D2-BB83-D072D03F2021}" type="presParOf" srcId="{7B0E92FD-CA5E-4D79-8C8F-60FCE86B4390}" destId="{FB6EB9E7-AA92-4C13-8BF9-025632F84B64}" srcOrd="0" destOrd="0" presId="urn:microsoft.com/office/officeart/2008/layout/LinedList"/>
    <dgm:cxn modelId="{4B19DC02-2B3E-46B6-BF04-0EF66B5B8C60}" type="presParOf" srcId="{7B0E92FD-CA5E-4D79-8C8F-60FCE86B4390}" destId="{1A26D022-E6ED-4646-90FC-B5013E07DBF6}" srcOrd="1" destOrd="0" presId="urn:microsoft.com/office/officeart/2008/layout/LinedList"/>
    <dgm:cxn modelId="{E7C36825-86D3-4BD7-9D38-112FAAF6D4C4}" type="presParOf" srcId="{CA51A65B-A7B0-4D2B-97AA-64D2DC274ED7}" destId="{D0612F2E-42FA-4199-8F53-6A119AF80509}" srcOrd="2" destOrd="0" presId="urn:microsoft.com/office/officeart/2008/layout/LinedList"/>
    <dgm:cxn modelId="{56526901-178D-4106-9762-B61431610F67}" type="presParOf" srcId="{CA51A65B-A7B0-4D2B-97AA-64D2DC274ED7}" destId="{E25FE01D-877D-4522-A0EE-81018E0E5E90}" srcOrd="3" destOrd="0" presId="urn:microsoft.com/office/officeart/2008/layout/LinedList"/>
    <dgm:cxn modelId="{4E70009C-BF67-403B-B0D5-1270D8C2CDE7}" type="presParOf" srcId="{E25FE01D-877D-4522-A0EE-81018E0E5E90}" destId="{F0661941-B3DA-4AD2-BACE-31F03E03090C}" srcOrd="0" destOrd="0" presId="urn:microsoft.com/office/officeart/2008/layout/LinedList"/>
    <dgm:cxn modelId="{9871238F-8819-43B0-A5DF-6FD010EA2D1A}" type="presParOf" srcId="{E25FE01D-877D-4522-A0EE-81018E0E5E90}" destId="{25584219-6918-460B-A348-359C1D75E5C1}" srcOrd="1" destOrd="0" presId="urn:microsoft.com/office/officeart/2008/layout/LinedList"/>
    <dgm:cxn modelId="{DD813F8B-E8DA-4735-8DAA-713B425B21C5}" type="presParOf" srcId="{CA51A65B-A7B0-4D2B-97AA-64D2DC274ED7}" destId="{AA0E0024-0A2C-4731-99EB-7749908E28B8}" srcOrd="4" destOrd="0" presId="urn:microsoft.com/office/officeart/2008/layout/LinedList"/>
    <dgm:cxn modelId="{95586D73-C897-4AED-8185-9C93C9B78755}" type="presParOf" srcId="{CA51A65B-A7B0-4D2B-97AA-64D2DC274ED7}" destId="{76661C85-62A0-4947-9BF9-5C79D71FCE0E}" srcOrd="5" destOrd="0" presId="urn:microsoft.com/office/officeart/2008/layout/LinedList"/>
    <dgm:cxn modelId="{26A8A791-BE85-4AB6-8025-A1EB8CD9780E}" type="presParOf" srcId="{76661C85-62A0-4947-9BF9-5C79D71FCE0E}" destId="{9915B7F9-8ED0-4B93-A51C-1FF08C4ECE2F}" srcOrd="0" destOrd="0" presId="urn:microsoft.com/office/officeart/2008/layout/LinedList"/>
    <dgm:cxn modelId="{A41EDDDA-7E86-4805-B511-6BF772498643}" type="presParOf" srcId="{76661C85-62A0-4947-9BF9-5C79D71FCE0E}" destId="{A0A0BE11-F37F-46BC-9355-F8E17F900C31}"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EEBB2A55-D3FC-41C5-A263-6961C047E8E1}" type="doc">
      <dgm:prSet loTypeId="urn:microsoft.com/office/officeart/2008/layout/LinedList" loCatId="list" qsTypeId="urn:microsoft.com/office/officeart/2005/8/quickstyle/simple4" qsCatId="simple" csTypeId="urn:microsoft.com/office/officeart/2005/8/colors/accent0_3" csCatId="mainScheme" phldr="1"/>
      <dgm:spPr/>
      <dgm:t>
        <a:bodyPr/>
        <a:lstStyle/>
        <a:p>
          <a:endParaRPr lang="en-US"/>
        </a:p>
      </dgm:t>
    </dgm:pt>
    <dgm:pt modelId="{F06C4669-839C-4EC7-9C17-90B03BB9F6CC}">
      <dgm:prSet/>
      <dgm:spPr/>
      <dgm:t>
        <a:bodyPr/>
        <a:lstStyle/>
        <a:p>
          <a:r>
            <a:rPr lang="en-US" b="1" dirty="0"/>
            <a:t>Association </a:t>
          </a:r>
          <a:br>
            <a:rPr lang="en-US" b="1" dirty="0"/>
          </a:br>
          <a:r>
            <a:rPr lang="en-US" dirty="0"/>
            <a:t>Basic relationship between classes.</a:t>
          </a:r>
        </a:p>
      </dgm:t>
    </dgm:pt>
    <dgm:pt modelId="{28B0685C-AF78-4E51-9CC9-E33F3569CAB9}" type="parTrans" cxnId="{992D8538-1E29-4379-B895-85EAE2CFC05C}">
      <dgm:prSet/>
      <dgm:spPr/>
      <dgm:t>
        <a:bodyPr/>
        <a:lstStyle/>
        <a:p>
          <a:endParaRPr lang="en-US"/>
        </a:p>
      </dgm:t>
    </dgm:pt>
    <dgm:pt modelId="{C88A362F-56F3-46D6-8E3B-7AECBC8AA8B3}" type="sibTrans" cxnId="{992D8538-1E29-4379-B895-85EAE2CFC05C}">
      <dgm:prSet/>
      <dgm:spPr/>
      <dgm:t>
        <a:bodyPr/>
        <a:lstStyle/>
        <a:p>
          <a:endParaRPr lang="en-US"/>
        </a:p>
      </dgm:t>
    </dgm:pt>
    <dgm:pt modelId="{7D13EA28-5E9D-467D-81E1-5B4E616EEC83}">
      <dgm:prSet/>
      <dgm:spPr/>
      <dgm:t>
        <a:bodyPr/>
        <a:lstStyle/>
        <a:p>
          <a:r>
            <a:rPr lang="en-US" b="1" dirty="0"/>
            <a:t>Aggregation</a:t>
          </a:r>
          <a:r>
            <a:rPr lang="en-US" dirty="0"/>
            <a:t> </a:t>
          </a:r>
          <a:br>
            <a:rPr lang="en-US" dirty="0"/>
          </a:br>
          <a:r>
            <a:rPr lang="en-US" dirty="0"/>
            <a:t>whole-part relationship (weak ownership).</a:t>
          </a:r>
        </a:p>
      </dgm:t>
    </dgm:pt>
    <dgm:pt modelId="{020E7720-029C-4A18-A12B-11E64C95A327}" type="parTrans" cxnId="{2EAA61F5-74D5-457C-8D3C-EFFCCBFEC3DF}">
      <dgm:prSet/>
      <dgm:spPr/>
      <dgm:t>
        <a:bodyPr/>
        <a:lstStyle/>
        <a:p>
          <a:endParaRPr lang="en-US"/>
        </a:p>
      </dgm:t>
    </dgm:pt>
    <dgm:pt modelId="{505584BB-2808-4F4F-AFFD-37509E00CBCB}" type="sibTrans" cxnId="{2EAA61F5-74D5-457C-8D3C-EFFCCBFEC3DF}">
      <dgm:prSet/>
      <dgm:spPr/>
      <dgm:t>
        <a:bodyPr/>
        <a:lstStyle/>
        <a:p>
          <a:endParaRPr lang="en-US"/>
        </a:p>
      </dgm:t>
    </dgm:pt>
    <dgm:pt modelId="{2289D42E-5357-44E7-BA8C-74CF564004AD}">
      <dgm:prSet/>
      <dgm:spPr/>
      <dgm:t>
        <a:bodyPr/>
        <a:lstStyle/>
        <a:p>
          <a:r>
            <a:rPr lang="en-US" b="1" dirty="0"/>
            <a:t>Composition</a:t>
          </a:r>
          <a:r>
            <a:rPr lang="en-US" dirty="0"/>
            <a:t> </a:t>
          </a:r>
          <a:br>
            <a:rPr lang="en-US" dirty="0"/>
          </a:br>
          <a:r>
            <a:rPr lang="en-US" dirty="0"/>
            <a:t>strong ownership,</a:t>
          </a:r>
          <a:br>
            <a:rPr lang="en-US" dirty="0"/>
          </a:br>
          <a:r>
            <a:rPr lang="en-US" dirty="0"/>
            <a:t>Part cannot exist without whole.</a:t>
          </a:r>
        </a:p>
      </dgm:t>
    </dgm:pt>
    <dgm:pt modelId="{DE8B3461-1ADE-4078-B33E-94AE16BCAABB}" type="parTrans" cxnId="{D04AB7D4-7108-4566-AA06-FD22E7BD22BE}">
      <dgm:prSet/>
      <dgm:spPr/>
      <dgm:t>
        <a:bodyPr/>
        <a:lstStyle/>
        <a:p>
          <a:endParaRPr lang="en-US"/>
        </a:p>
      </dgm:t>
    </dgm:pt>
    <dgm:pt modelId="{8EDEFA9D-5F8E-47BA-A9BF-60509FC58FAD}" type="sibTrans" cxnId="{D04AB7D4-7108-4566-AA06-FD22E7BD22BE}">
      <dgm:prSet/>
      <dgm:spPr/>
      <dgm:t>
        <a:bodyPr/>
        <a:lstStyle/>
        <a:p>
          <a:endParaRPr lang="en-US"/>
        </a:p>
      </dgm:t>
    </dgm:pt>
    <dgm:pt modelId="{2810C304-BA7C-4276-99B8-B1EEA41C93DA}">
      <dgm:prSet/>
      <dgm:spPr/>
      <dgm:t>
        <a:bodyPr/>
        <a:lstStyle/>
        <a:p>
          <a:r>
            <a:rPr lang="en-US" b="1" dirty="0"/>
            <a:t>Inheritance</a:t>
          </a:r>
          <a:r>
            <a:rPr lang="en-US" dirty="0"/>
            <a:t> </a:t>
          </a:r>
          <a:br>
            <a:rPr lang="en-US" dirty="0"/>
          </a:br>
          <a:r>
            <a:rPr lang="en-US" dirty="0"/>
            <a:t>one class inherits from another.</a:t>
          </a:r>
        </a:p>
      </dgm:t>
    </dgm:pt>
    <dgm:pt modelId="{95CB8B96-4466-43BC-82FD-A51AD1D18060}" type="parTrans" cxnId="{EEB3100D-23F8-4F92-BCF1-3752C793569C}">
      <dgm:prSet/>
      <dgm:spPr/>
      <dgm:t>
        <a:bodyPr/>
        <a:lstStyle/>
        <a:p>
          <a:endParaRPr lang="en-US"/>
        </a:p>
      </dgm:t>
    </dgm:pt>
    <dgm:pt modelId="{6869C84D-98CF-48E6-8FAC-1EB2583DB5E7}" type="sibTrans" cxnId="{EEB3100D-23F8-4F92-BCF1-3752C793569C}">
      <dgm:prSet/>
      <dgm:spPr/>
      <dgm:t>
        <a:bodyPr/>
        <a:lstStyle/>
        <a:p>
          <a:endParaRPr lang="en-US"/>
        </a:p>
      </dgm:t>
    </dgm:pt>
    <dgm:pt modelId="{8EE59951-3265-4EC1-B5DC-8A0284D54DA7}" type="pres">
      <dgm:prSet presAssocID="{EEBB2A55-D3FC-41C5-A263-6961C047E8E1}" presName="vert0" presStyleCnt="0">
        <dgm:presLayoutVars>
          <dgm:dir/>
          <dgm:animOne val="branch"/>
          <dgm:animLvl val="lvl"/>
        </dgm:presLayoutVars>
      </dgm:prSet>
      <dgm:spPr/>
    </dgm:pt>
    <dgm:pt modelId="{4970397A-93BE-4768-8142-8A2DBDC6A589}" type="pres">
      <dgm:prSet presAssocID="{F06C4669-839C-4EC7-9C17-90B03BB9F6CC}" presName="thickLine" presStyleLbl="alignNode1" presStyleIdx="0" presStyleCnt="4"/>
      <dgm:spPr/>
    </dgm:pt>
    <dgm:pt modelId="{4095758F-463D-48EC-9C70-166F11A29557}" type="pres">
      <dgm:prSet presAssocID="{F06C4669-839C-4EC7-9C17-90B03BB9F6CC}" presName="horz1" presStyleCnt="0"/>
      <dgm:spPr/>
    </dgm:pt>
    <dgm:pt modelId="{9648ED32-0EEA-4F6E-BAFD-4D425DC50154}" type="pres">
      <dgm:prSet presAssocID="{F06C4669-839C-4EC7-9C17-90B03BB9F6CC}" presName="tx1" presStyleLbl="revTx" presStyleIdx="0" presStyleCnt="4"/>
      <dgm:spPr/>
    </dgm:pt>
    <dgm:pt modelId="{5E2C5FDA-E820-47E5-9E36-D4B8618215C1}" type="pres">
      <dgm:prSet presAssocID="{F06C4669-839C-4EC7-9C17-90B03BB9F6CC}" presName="vert1" presStyleCnt="0"/>
      <dgm:spPr/>
    </dgm:pt>
    <dgm:pt modelId="{14E0377A-8D82-47B6-89C9-358C78E3007A}" type="pres">
      <dgm:prSet presAssocID="{7D13EA28-5E9D-467D-81E1-5B4E616EEC83}" presName="thickLine" presStyleLbl="alignNode1" presStyleIdx="1" presStyleCnt="4"/>
      <dgm:spPr/>
    </dgm:pt>
    <dgm:pt modelId="{45774409-046A-4473-8887-759DCD605E62}" type="pres">
      <dgm:prSet presAssocID="{7D13EA28-5E9D-467D-81E1-5B4E616EEC83}" presName="horz1" presStyleCnt="0"/>
      <dgm:spPr/>
    </dgm:pt>
    <dgm:pt modelId="{27C96FAA-C6F3-4069-B50E-211A0B125BCD}" type="pres">
      <dgm:prSet presAssocID="{7D13EA28-5E9D-467D-81E1-5B4E616EEC83}" presName="tx1" presStyleLbl="revTx" presStyleIdx="1" presStyleCnt="4"/>
      <dgm:spPr/>
    </dgm:pt>
    <dgm:pt modelId="{6772904E-BD78-4B45-BEF0-E038AEF0919E}" type="pres">
      <dgm:prSet presAssocID="{7D13EA28-5E9D-467D-81E1-5B4E616EEC83}" presName="vert1" presStyleCnt="0"/>
      <dgm:spPr/>
    </dgm:pt>
    <dgm:pt modelId="{E3F5FED4-894A-42B2-A966-7C54F1E9725D}" type="pres">
      <dgm:prSet presAssocID="{2289D42E-5357-44E7-BA8C-74CF564004AD}" presName="thickLine" presStyleLbl="alignNode1" presStyleIdx="2" presStyleCnt="4"/>
      <dgm:spPr/>
    </dgm:pt>
    <dgm:pt modelId="{C7AE5009-C1DF-4F13-8BD9-924C677C0B98}" type="pres">
      <dgm:prSet presAssocID="{2289D42E-5357-44E7-BA8C-74CF564004AD}" presName="horz1" presStyleCnt="0"/>
      <dgm:spPr/>
    </dgm:pt>
    <dgm:pt modelId="{126E9667-728D-43E5-B8A4-89ED2A5B891D}" type="pres">
      <dgm:prSet presAssocID="{2289D42E-5357-44E7-BA8C-74CF564004AD}" presName="tx1" presStyleLbl="revTx" presStyleIdx="2" presStyleCnt="4"/>
      <dgm:spPr/>
    </dgm:pt>
    <dgm:pt modelId="{410F8F34-87B7-4F57-BFC0-E3A5D967C892}" type="pres">
      <dgm:prSet presAssocID="{2289D42E-5357-44E7-BA8C-74CF564004AD}" presName="vert1" presStyleCnt="0"/>
      <dgm:spPr/>
    </dgm:pt>
    <dgm:pt modelId="{8B1299AC-A2C1-4924-A5F3-8F28A101605C}" type="pres">
      <dgm:prSet presAssocID="{2810C304-BA7C-4276-99B8-B1EEA41C93DA}" presName="thickLine" presStyleLbl="alignNode1" presStyleIdx="3" presStyleCnt="4"/>
      <dgm:spPr/>
    </dgm:pt>
    <dgm:pt modelId="{97FBFE90-B0A9-438F-98F9-0CE5548E15CA}" type="pres">
      <dgm:prSet presAssocID="{2810C304-BA7C-4276-99B8-B1EEA41C93DA}" presName="horz1" presStyleCnt="0"/>
      <dgm:spPr/>
    </dgm:pt>
    <dgm:pt modelId="{3F1BAD73-C001-48B4-8F19-3EDB04A670E8}" type="pres">
      <dgm:prSet presAssocID="{2810C304-BA7C-4276-99B8-B1EEA41C93DA}" presName="tx1" presStyleLbl="revTx" presStyleIdx="3" presStyleCnt="4"/>
      <dgm:spPr/>
    </dgm:pt>
    <dgm:pt modelId="{ADBF0C55-5439-410B-B802-0E4930E56B14}" type="pres">
      <dgm:prSet presAssocID="{2810C304-BA7C-4276-99B8-B1EEA41C93DA}" presName="vert1" presStyleCnt="0"/>
      <dgm:spPr/>
    </dgm:pt>
  </dgm:ptLst>
  <dgm:cxnLst>
    <dgm:cxn modelId="{345CFB00-0249-48F6-8C1C-5A9269E78404}" type="presOf" srcId="{2289D42E-5357-44E7-BA8C-74CF564004AD}" destId="{126E9667-728D-43E5-B8A4-89ED2A5B891D}" srcOrd="0" destOrd="0" presId="urn:microsoft.com/office/officeart/2008/layout/LinedList"/>
    <dgm:cxn modelId="{EEB3100D-23F8-4F92-BCF1-3752C793569C}" srcId="{EEBB2A55-D3FC-41C5-A263-6961C047E8E1}" destId="{2810C304-BA7C-4276-99B8-B1EEA41C93DA}" srcOrd="3" destOrd="0" parTransId="{95CB8B96-4466-43BC-82FD-A51AD1D18060}" sibTransId="{6869C84D-98CF-48E6-8FAC-1EB2583DB5E7}"/>
    <dgm:cxn modelId="{A6BDAC33-1851-4A79-A440-73135382B6CD}" type="presOf" srcId="{2810C304-BA7C-4276-99B8-B1EEA41C93DA}" destId="{3F1BAD73-C001-48B4-8F19-3EDB04A670E8}" srcOrd="0" destOrd="0" presId="urn:microsoft.com/office/officeart/2008/layout/LinedList"/>
    <dgm:cxn modelId="{992D8538-1E29-4379-B895-85EAE2CFC05C}" srcId="{EEBB2A55-D3FC-41C5-A263-6961C047E8E1}" destId="{F06C4669-839C-4EC7-9C17-90B03BB9F6CC}" srcOrd="0" destOrd="0" parTransId="{28B0685C-AF78-4E51-9CC9-E33F3569CAB9}" sibTransId="{C88A362F-56F3-46D6-8E3B-7AECBC8AA8B3}"/>
    <dgm:cxn modelId="{544D7E90-E7BC-4709-A00E-844F67ECBAE2}" type="presOf" srcId="{F06C4669-839C-4EC7-9C17-90B03BB9F6CC}" destId="{9648ED32-0EEA-4F6E-BAFD-4D425DC50154}" srcOrd="0" destOrd="0" presId="urn:microsoft.com/office/officeart/2008/layout/LinedList"/>
    <dgm:cxn modelId="{E4409C91-62F1-40FC-86A5-43A4E0B0E4AD}" type="presOf" srcId="{7D13EA28-5E9D-467D-81E1-5B4E616EEC83}" destId="{27C96FAA-C6F3-4069-B50E-211A0B125BCD}" srcOrd="0" destOrd="0" presId="urn:microsoft.com/office/officeart/2008/layout/LinedList"/>
    <dgm:cxn modelId="{72C962CC-3375-4CA0-82C3-5F8AC50420AE}" type="presOf" srcId="{EEBB2A55-D3FC-41C5-A263-6961C047E8E1}" destId="{8EE59951-3265-4EC1-B5DC-8A0284D54DA7}" srcOrd="0" destOrd="0" presId="urn:microsoft.com/office/officeart/2008/layout/LinedList"/>
    <dgm:cxn modelId="{D04AB7D4-7108-4566-AA06-FD22E7BD22BE}" srcId="{EEBB2A55-D3FC-41C5-A263-6961C047E8E1}" destId="{2289D42E-5357-44E7-BA8C-74CF564004AD}" srcOrd="2" destOrd="0" parTransId="{DE8B3461-1ADE-4078-B33E-94AE16BCAABB}" sibTransId="{8EDEFA9D-5F8E-47BA-A9BF-60509FC58FAD}"/>
    <dgm:cxn modelId="{2EAA61F5-74D5-457C-8D3C-EFFCCBFEC3DF}" srcId="{EEBB2A55-D3FC-41C5-A263-6961C047E8E1}" destId="{7D13EA28-5E9D-467D-81E1-5B4E616EEC83}" srcOrd="1" destOrd="0" parTransId="{020E7720-029C-4A18-A12B-11E64C95A327}" sibTransId="{505584BB-2808-4F4F-AFFD-37509E00CBCB}"/>
    <dgm:cxn modelId="{39775B50-4821-4C35-B804-637CBFB88FC7}" type="presParOf" srcId="{8EE59951-3265-4EC1-B5DC-8A0284D54DA7}" destId="{4970397A-93BE-4768-8142-8A2DBDC6A589}" srcOrd="0" destOrd="0" presId="urn:microsoft.com/office/officeart/2008/layout/LinedList"/>
    <dgm:cxn modelId="{69BFF1B5-1C0E-480B-AAD9-9D718B308B11}" type="presParOf" srcId="{8EE59951-3265-4EC1-B5DC-8A0284D54DA7}" destId="{4095758F-463D-48EC-9C70-166F11A29557}" srcOrd="1" destOrd="0" presId="urn:microsoft.com/office/officeart/2008/layout/LinedList"/>
    <dgm:cxn modelId="{385B5080-AC96-4649-B874-A8C01F3AB7AF}" type="presParOf" srcId="{4095758F-463D-48EC-9C70-166F11A29557}" destId="{9648ED32-0EEA-4F6E-BAFD-4D425DC50154}" srcOrd="0" destOrd="0" presId="urn:microsoft.com/office/officeart/2008/layout/LinedList"/>
    <dgm:cxn modelId="{BD8314AD-8F2E-40FF-B393-3FE7955C0BF4}" type="presParOf" srcId="{4095758F-463D-48EC-9C70-166F11A29557}" destId="{5E2C5FDA-E820-47E5-9E36-D4B8618215C1}" srcOrd="1" destOrd="0" presId="urn:microsoft.com/office/officeart/2008/layout/LinedList"/>
    <dgm:cxn modelId="{3F2BE019-685D-4B49-833F-D57AEEAB608F}" type="presParOf" srcId="{8EE59951-3265-4EC1-B5DC-8A0284D54DA7}" destId="{14E0377A-8D82-47B6-89C9-358C78E3007A}" srcOrd="2" destOrd="0" presId="urn:microsoft.com/office/officeart/2008/layout/LinedList"/>
    <dgm:cxn modelId="{099CC9AA-4DFC-4F0E-876E-49225A05B776}" type="presParOf" srcId="{8EE59951-3265-4EC1-B5DC-8A0284D54DA7}" destId="{45774409-046A-4473-8887-759DCD605E62}" srcOrd="3" destOrd="0" presId="urn:microsoft.com/office/officeart/2008/layout/LinedList"/>
    <dgm:cxn modelId="{B9F5B4C8-9792-4425-9718-81AFC062D83D}" type="presParOf" srcId="{45774409-046A-4473-8887-759DCD605E62}" destId="{27C96FAA-C6F3-4069-B50E-211A0B125BCD}" srcOrd="0" destOrd="0" presId="urn:microsoft.com/office/officeart/2008/layout/LinedList"/>
    <dgm:cxn modelId="{27DB5AA9-5952-41AF-9441-EE9BBC755CC3}" type="presParOf" srcId="{45774409-046A-4473-8887-759DCD605E62}" destId="{6772904E-BD78-4B45-BEF0-E038AEF0919E}" srcOrd="1" destOrd="0" presId="urn:microsoft.com/office/officeart/2008/layout/LinedList"/>
    <dgm:cxn modelId="{74A6CEFD-F369-4018-8585-5518BF523694}" type="presParOf" srcId="{8EE59951-3265-4EC1-B5DC-8A0284D54DA7}" destId="{E3F5FED4-894A-42B2-A966-7C54F1E9725D}" srcOrd="4" destOrd="0" presId="urn:microsoft.com/office/officeart/2008/layout/LinedList"/>
    <dgm:cxn modelId="{A3F937A9-45F9-42BE-9A45-9BD76D47D548}" type="presParOf" srcId="{8EE59951-3265-4EC1-B5DC-8A0284D54DA7}" destId="{C7AE5009-C1DF-4F13-8BD9-924C677C0B98}" srcOrd="5" destOrd="0" presId="urn:microsoft.com/office/officeart/2008/layout/LinedList"/>
    <dgm:cxn modelId="{F1BB82E1-46AE-4AFF-8421-D1FBDE1F8EB8}" type="presParOf" srcId="{C7AE5009-C1DF-4F13-8BD9-924C677C0B98}" destId="{126E9667-728D-43E5-B8A4-89ED2A5B891D}" srcOrd="0" destOrd="0" presId="urn:microsoft.com/office/officeart/2008/layout/LinedList"/>
    <dgm:cxn modelId="{81D1D204-2B84-47BD-8B38-42B4B1791223}" type="presParOf" srcId="{C7AE5009-C1DF-4F13-8BD9-924C677C0B98}" destId="{410F8F34-87B7-4F57-BFC0-E3A5D967C892}" srcOrd="1" destOrd="0" presId="urn:microsoft.com/office/officeart/2008/layout/LinedList"/>
    <dgm:cxn modelId="{2FE0A2F2-DEA6-40BA-89B2-DE8517EA4421}" type="presParOf" srcId="{8EE59951-3265-4EC1-B5DC-8A0284D54DA7}" destId="{8B1299AC-A2C1-4924-A5F3-8F28A101605C}" srcOrd="6" destOrd="0" presId="urn:microsoft.com/office/officeart/2008/layout/LinedList"/>
    <dgm:cxn modelId="{AC099F37-4A3B-46EE-93AD-2501CBCA907C}" type="presParOf" srcId="{8EE59951-3265-4EC1-B5DC-8A0284D54DA7}" destId="{97FBFE90-B0A9-438F-98F9-0CE5548E15CA}" srcOrd="7" destOrd="0" presId="urn:microsoft.com/office/officeart/2008/layout/LinedList"/>
    <dgm:cxn modelId="{559C49DE-AC3A-4659-9F2D-620EBC97C282}" type="presParOf" srcId="{97FBFE90-B0A9-438F-98F9-0CE5548E15CA}" destId="{3F1BAD73-C001-48B4-8F19-3EDB04A670E8}" srcOrd="0" destOrd="0" presId="urn:microsoft.com/office/officeart/2008/layout/LinedList"/>
    <dgm:cxn modelId="{A8066334-BF96-4108-BFB8-994487C7636E}" type="presParOf" srcId="{97FBFE90-B0A9-438F-98F9-0CE5548E15CA}" destId="{ADBF0C55-5439-410B-B802-0E4930E56B14}"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BE4D5088-D3EE-4CD1-B84C-26D279D5F957}"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AB9ACE99-6E86-4DA6-830E-83ABC7E18998}">
      <dgm:prSet/>
      <dgm:spPr/>
      <dgm:t>
        <a:bodyPr/>
        <a:lstStyle/>
        <a:p>
          <a:r>
            <a:rPr lang="en-US"/>
            <a:t>UML helps visualize system structure and behavior.</a:t>
          </a:r>
        </a:p>
      </dgm:t>
    </dgm:pt>
    <dgm:pt modelId="{968B2BBD-C88C-410C-A6F8-04FC865E191A}" type="parTrans" cxnId="{A1A2F142-1464-47E7-8E40-B1CA4C79F8F1}">
      <dgm:prSet/>
      <dgm:spPr/>
      <dgm:t>
        <a:bodyPr/>
        <a:lstStyle/>
        <a:p>
          <a:endParaRPr lang="en-US"/>
        </a:p>
      </dgm:t>
    </dgm:pt>
    <dgm:pt modelId="{C734C756-7CA2-4049-898E-42C6198F7764}" type="sibTrans" cxnId="{A1A2F142-1464-47E7-8E40-B1CA4C79F8F1}">
      <dgm:prSet/>
      <dgm:spPr/>
      <dgm:t>
        <a:bodyPr/>
        <a:lstStyle/>
        <a:p>
          <a:endParaRPr lang="en-US"/>
        </a:p>
      </dgm:t>
    </dgm:pt>
    <dgm:pt modelId="{0DEF6301-DA89-4238-902F-3336429DF9EF}">
      <dgm:prSet/>
      <dgm:spPr/>
      <dgm:t>
        <a:bodyPr/>
        <a:lstStyle/>
        <a:p>
          <a:r>
            <a:rPr lang="en-US"/>
            <a:t>Use case diagrams show user interactions.</a:t>
          </a:r>
        </a:p>
      </dgm:t>
    </dgm:pt>
    <dgm:pt modelId="{C283123E-6240-4D93-A67B-773459AFBB98}" type="parTrans" cxnId="{CB5BA214-A514-4F1D-9761-979B44AAA223}">
      <dgm:prSet/>
      <dgm:spPr/>
      <dgm:t>
        <a:bodyPr/>
        <a:lstStyle/>
        <a:p>
          <a:endParaRPr lang="en-US"/>
        </a:p>
      </dgm:t>
    </dgm:pt>
    <dgm:pt modelId="{15905708-6392-4C50-80C1-6CEAAF33FDB9}" type="sibTrans" cxnId="{CB5BA214-A514-4F1D-9761-979B44AAA223}">
      <dgm:prSet/>
      <dgm:spPr/>
      <dgm:t>
        <a:bodyPr/>
        <a:lstStyle/>
        <a:p>
          <a:endParaRPr lang="en-US"/>
        </a:p>
      </dgm:t>
    </dgm:pt>
    <dgm:pt modelId="{C0F14D85-76AB-4255-BEE1-2F899CB24F1A}">
      <dgm:prSet/>
      <dgm:spPr/>
      <dgm:t>
        <a:bodyPr/>
        <a:lstStyle/>
        <a:p>
          <a:r>
            <a:rPr lang="en-US"/>
            <a:t>Class diagrams define data and relationships.</a:t>
          </a:r>
        </a:p>
      </dgm:t>
    </dgm:pt>
    <dgm:pt modelId="{95C2546C-738D-40C1-B28C-00CCAAE9DC8E}" type="parTrans" cxnId="{69A1438A-7F53-47EF-91A3-9C197109DB97}">
      <dgm:prSet/>
      <dgm:spPr/>
      <dgm:t>
        <a:bodyPr/>
        <a:lstStyle/>
        <a:p>
          <a:endParaRPr lang="en-US"/>
        </a:p>
      </dgm:t>
    </dgm:pt>
    <dgm:pt modelId="{36B23865-F141-4814-8A7A-AF1203528A56}" type="sibTrans" cxnId="{69A1438A-7F53-47EF-91A3-9C197109DB97}">
      <dgm:prSet/>
      <dgm:spPr/>
      <dgm:t>
        <a:bodyPr/>
        <a:lstStyle/>
        <a:p>
          <a:endParaRPr lang="en-US"/>
        </a:p>
      </dgm:t>
    </dgm:pt>
    <dgm:pt modelId="{3AA84113-ED59-41C2-94F2-807CD0FC7FA4}">
      <dgm:prSet/>
      <dgm:spPr/>
      <dgm:t>
        <a:bodyPr/>
        <a:lstStyle/>
        <a:p>
          <a:r>
            <a:rPr lang="en-US"/>
            <a:t>Sequence diagrams illustrate process flows.</a:t>
          </a:r>
        </a:p>
      </dgm:t>
    </dgm:pt>
    <dgm:pt modelId="{213D59F3-E766-43CD-8398-6593DA8CF40B}" type="parTrans" cxnId="{EEA9D123-1AC5-4E7C-BC9F-29BC0C75A1F0}">
      <dgm:prSet/>
      <dgm:spPr/>
      <dgm:t>
        <a:bodyPr/>
        <a:lstStyle/>
        <a:p>
          <a:endParaRPr lang="en-US"/>
        </a:p>
      </dgm:t>
    </dgm:pt>
    <dgm:pt modelId="{96CD3B31-E4A4-489F-9FC2-1129ED58C7A3}" type="sibTrans" cxnId="{EEA9D123-1AC5-4E7C-BC9F-29BC0C75A1F0}">
      <dgm:prSet/>
      <dgm:spPr/>
      <dgm:t>
        <a:bodyPr/>
        <a:lstStyle/>
        <a:p>
          <a:endParaRPr lang="en-US"/>
        </a:p>
      </dgm:t>
    </dgm:pt>
    <dgm:pt modelId="{41D6B8A0-BF25-471D-8E73-304C2EEBF4F8}">
      <dgm:prSet/>
      <dgm:spPr/>
      <dgm:t>
        <a:bodyPr/>
        <a:lstStyle/>
        <a:p>
          <a:r>
            <a:rPr lang="en-US"/>
            <a:t>UML aligns design with user stories.</a:t>
          </a:r>
        </a:p>
      </dgm:t>
    </dgm:pt>
    <dgm:pt modelId="{87D7078C-D013-464D-B362-83891EBE4395}" type="parTrans" cxnId="{F6AF1049-CB0B-4361-B9DD-F9C547B54A34}">
      <dgm:prSet/>
      <dgm:spPr/>
      <dgm:t>
        <a:bodyPr/>
        <a:lstStyle/>
        <a:p>
          <a:endParaRPr lang="en-US"/>
        </a:p>
      </dgm:t>
    </dgm:pt>
    <dgm:pt modelId="{18F79AA3-B693-4F2A-963D-B053E8F4DC07}" type="sibTrans" cxnId="{F6AF1049-CB0B-4361-B9DD-F9C547B54A34}">
      <dgm:prSet/>
      <dgm:spPr/>
      <dgm:t>
        <a:bodyPr/>
        <a:lstStyle/>
        <a:p>
          <a:endParaRPr lang="en-US"/>
        </a:p>
      </dgm:t>
    </dgm:pt>
    <dgm:pt modelId="{BAB413F1-3C96-4720-88B7-E4EFCF3E7321}" type="pres">
      <dgm:prSet presAssocID="{BE4D5088-D3EE-4CD1-B84C-26D279D5F957}" presName="root" presStyleCnt="0">
        <dgm:presLayoutVars>
          <dgm:dir/>
          <dgm:resizeHandles val="exact"/>
        </dgm:presLayoutVars>
      </dgm:prSet>
      <dgm:spPr/>
    </dgm:pt>
    <dgm:pt modelId="{A889CE30-ACEE-4BDE-A6AA-7791988AD7AD}" type="pres">
      <dgm:prSet presAssocID="{AB9ACE99-6E86-4DA6-830E-83ABC7E18998}" presName="compNode" presStyleCnt="0"/>
      <dgm:spPr/>
    </dgm:pt>
    <dgm:pt modelId="{BD5460BB-2A42-4345-A264-B1C1F582D054}" type="pres">
      <dgm:prSet presAssocID="{AB9ACE99-6E86-4DA6-830E-83ABC7E18998}" presName="bgRect" presStyleLbl="bgShp" presStyleIdx="0" presStyleCnt="5"/>
      <dgm:spPr/>
    </dgm:pt>
    <dgm:pt modelId="{D47EB57A-5691-4C5B-875E-852B0567A59A}" type="pres">
      <dgm:prSet presAssocID="{AB9ACE99-6E86-4DA6-830E-83ABC7E18998}" presName="iconRect" presStyleLbl="node1" presStyleIdx="0"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Theatre"/>
        </a:ext>
      </dgm:extLst>
    </dgm:pt>
    <dgm:pt modelId="{B9BA10D4-324A-4E0D-A5A9-3EF321E85C85}" type="pres">
      <dgm:prSet presAssocID="{AB9ACE99-6E86-4DA6-830E-83ABC7E18998}" presName="spaceRect" presStyleCnt="0"/>
      <dgm:spPr/>
    </dgm:pt>
    <dgm:pt modelId="{E797D1B3-F37E-47A5-9421-69C2413FE5A6}" type="pres">
      <dgm:prSet presAssocID="{AB9ACE99-6E86-4DA6-830E-83ABC7E18998}" presName="parTx" presStyleLbl="revTx" presStyleIdx="0" presStyleCnt="5">
        <dgm:presLayoutVars>
          <dgm:chMax val="0"/>
          <dgm:chPref val="0"/>
        </dgm:presLayoutVars>
      </dgm:prSet>
      <dgm:spPr/>
    </dgm:pt>
    <dgm:pt modelId="{F13240B7-5219-4FFF-A662-95B16E5E6AAE}" type="pres">
      <dgm:prSet presAssocID="{C734C756-7CA2-4049-898E-42C6198F7764}" presName="sibTrans" presStyleCnt="0"/>
      <dgm:spPr/>
    </dgm:pt>
    <dgm:pt modelId="{CDC25942-04C0-4FBF-82DD-A22C1CCA0C1C}" type="pres">
      <dgm:prSet presAssocID="{0DEF6301-DA89-4238-902F-3336429DF9EF}" presName="compNode" presStyleCnt="0"/>
      <dgm:spPr/>
    </dgm:pt>
    <dgm:pt modelId="{00051399-FA99-43EF-BAD8-0561EAA43A55}" type="pres">
      <dgm:prSet presAssocID="{0DEF6301-DA89-4238-902F-3336429DF9EF}" presName="bgRect" presStyleLbl="bgShp" presStyleIdx="1" presStyleCnt="5"/>
      <dgm:spPr/>
    </dgm:pt>
    <dgm:pt modelId="{27018B54-7156-411B-A694-3680E9665515}" type="pres">
      <dgm:prSet presAssocID="{0DEF6301-DA89-4238-902F-3336429DF9EF}" presName="iconRect" presStyleLbl="node1" presStyleIdx="1"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hare With Person"/>
        </a:ext>
      </dgm:extLst>
    </dgm:pt>
    <dgm:pt modelId="{ACDDB9D4-9C20-45FE-B73C-288F48C62100}" type="pres">
      <dgm:prSet presAssocID="{0DEF6301-DA89-4238-902F-3336429DF9EF}" presName="spaceRect" presStyleCnt="0"/>
      <dgm:spPr/>
    </dgm:pt>
    <dgm:pt modelId="{6FFC4394-BE5A-4D85-9ABA-053E30AE7732}" type="pres">
      <dgm:prSet presAssocID="{0DEF6301-DA89-4238-902F-3336429DF9EF}" presName="parTx" presStyleLbl="revTx" presStyleIdx="1" presStyleCnt="5">
        <dgm:presLayoutVars>
          <dgm:chMax val="0"/>
          <dgm:chPref val="0"/>
        </dgm:presLayoutVars>
      </dgm:prSet>
      <dgm:spPr/>
    </dgm:pt>
    <dgm:pt modelId="{473F2CEF-5705-4E0D-9580-D22363A4CB47}" type="pres">
      <dgm:prSet presAssocID="{15905708-6392-4C50-80C1-6CEAAF33FDB9}" presName="sibTrans" presStyleCnt="0"/>
      <dgm:spPr/>
    </dgm:pt>
    <dgm:pt modelId="{8BE1F08B-6802-40AE-8DB3-840C02799AF2}" type="pres">
      <dgm:prSet presAssocID="{C0F14D85-76AB-4255-BEE1-2F899CB24F1A}" presName="compNode" presStyleCnt="0"/>
      <dgm:spPr/>
    </dgm:pt>
    <dgm:pt modelId="{02ACCEB8-21A5-4EC5-87B5-319A596C58DD}" type="pres">
      <dgm:prSet presAssocID="{C0F14D85-76AB-4255-BEE1-2F899CB24F1A}" presName="bgRect" presStyleLbl="bgShp" presStyleIdx="2" presStyleCnt="5"/>
      <dgm:spPr/>
    </dgm:pt>
    <dgm:pt modelId="{F2AD84FC-B3D7-4411-A1A0-6DB5BA30ACC0}" type="pres">
      <dgm:prSet presAssocID="{C0F14D85-76AB-4255-BEE1-2F899CB24F1A}" presName="iconRect" presStyleLbl="node1" presStyleIdx="2"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Network Diagram"/>
        </a:ext>
      </dgm:extLst>
    </dgm:pt>
    <dgm:pt modelId="{8995FE16-8B79-4CF8-A19A-ECC74DB0766F}" type="pres">
      <dgm:prSet presAssocID="{C0F14D85-76AB-4255-BEE1-2F899CB24F1A}" presName="spaceRect" presStyleCnt="0"/>
      <dgm:spPr/>
    </dgm:pt>
    <dgm:pt modelId="{DFF9BD3A-C125-4747-9194-15CC49AC75D2}" type="pres">
      <dgm:prSet presAssocID="{C0F14D85-76AB-4255-BEE1-2F899CB24F1A}" presName="parTx" presStyleLbl="revTx" presStyleIdx="2" presStyleCnt="5">
        <dgm:presLayoutVars>
          <dgm:chMax val="0"/>
          <dgm:chPref val="0"/>
        </dgm:presLayoutVars>
      </dgm:prSet>
      <dgm:spPr/>
    </dgm:pt>
    <dgm:pt modelId="{2D5EBAE8-EDD6-4C06-9EFA-65C8640C546B}" type="pres">
      <dgm:prSet presAssocID="{36B23865-F141-4814-8A7A-AF1203528A56}" presName="sibTrans" presStyleCnt="0"/>
      <dgm:spPr/>
    </dgm:pt>
    <dgm:pt modelId="{4D845A20-BA5D-4110-B3D6-55D6949D7C03}" type="pres">
      <dgm:prSet presAssocID="{3AA84113-ED59-41C2-94F2-807CD0FC7FA4}" presName="compNode" presStyleCnt="0"/>
      <dgm:spPr/>
    </dgm:pt>
    <dgm:pt modelId="{89EA485A-42B3-4AB6-91FB-41D3EA8F6A22}" type="pres">
      <dgm:prSet presAssocID="{3AA84113-ED59-41C2-94F2-807CD0FC7FA4}" presName="bgRect" presStyleLbl="bgShp" presStyleIdx="3" presStyleCnt="5"/>
      <dgm:spPr/>
    </dgm:pt>
    <dgm:pt modelId="{A710B848-47CC-4D1F-A036-AE9E7985F57C}" type="pres">
      <dgm:prSet presAssocID="{3AA84113-ED59-41C2-94F2-807CD0FC7FA4}" presName="iconRect" presStyleLbl="node1" presStyleIdx="3"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Flowchart"/>
        </a:ext>
      </dgm:extLst>
    </dgm:pt>
    <dgm:pt modelId="{891AC51B-8240-4A2A-A2FE-E1C74247BD9F}" type="pres">
      <dgm:prSet presAssocID="{3AA84113-ED59-41C2-94F2-807CD0FC7FA4}" presName="spaceRect" presStyleCnt="0"/>
      <dgm:spPr/>
    </dgm:pt>
    <dgm:pt modelId="{F9ADCB61-A4EA-454B-AA45-6C64E372182A}" type="pres">
      <dgm:prSet presAssocID="{3AA84113-ED59-41C2-94F2-807CD0FC7FA4}" presName="parTx" presStyleLbl="revTx" presStyleIdx="3" presStyleCnt="5">
        <dgm:presLayoutVars>
          <dgm:chMax val="0"/>
          <dgm:chPref val="0"/>
        </dgm:presLayoutVars>
      </dgm:prSet>
      <dgm:spPr/>
    </dgm:pt>
    <dgm:pt modelId="{32C7233D-6642-4D8E-817A-C13DE14D8D9A}" type="pres">
      <dgm:prSet presAssocID="{96CD3B31-E4A4-489F-9FC2-1129ED58C7A3}" presName="sibTrans" presStyleCnt="0"/>
      <dgm:spPr/>
    </dgm:pt>
    <dgm:pt modelId="{8BB4C86C-3C8B-41AF-9AE5-C487C0A99544}" type="pres">
      <dgm:prSet presAssocID="{41D6B8A0-BF25-471D-8E73-304C2EEBF4F8}" presName="compNode" presStyleCnt="0"/>
      <dgm:spPr/>
    </dgm:pt>
    <dgm:pt modelId="{DC74F130-4933-4066-B2B8-527F9B1937CE}" type="pres">
      <dgm:prSet presAssocID="{41D6B8A0-BF25-471D-8E73-304C2EEBF4F8}" presName="bgRect" presStyleLbl="bgShp" presStyleIdx="4" presStyleCnt="5"/>
      <dgm:spPr/>
    </dgm:pt>
    <dgm:pt modelId="{0E42C80E-EFB0-4001-A32F-681D4D209417}" type="pres">
      <dgm:prSet presAssocID="{41D6B8A0-BF25-471D-8E73-304C2EEBF4F8}" presName="iconRect" presStyleLbl="node1" presStyleIdx="4"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Web Design"/>
        </a:ext>
      </dgm:extLst>
    </dgm:pt>
    <dgm:pt modelId="{A76BEACC-4EAB-4FB6-9FA5-05F94B7F63B3}" type="pres">
      <dgm:prSet presAssocID="{41D6B8A0-BF25-471D-8E73-304C2EEBF4F8}" presName="spaceRect" presStyleCnt="0"/>
      <dgm:spPr/>
    </dgm:pt>
    <dgm:pt modelId="{D1A66C21-B515-4506-9F5C-0D6D2DD9BABA}" type="pres">
      <dgm:prSet presAssocID="{41D6B8A0-BF25-471D-8E73-304C2EEBF4F8}" presName="parTx" presStyleLbl="revTx" presStyleIdx="4" presStyleCnt="5">
        <dgm:presLayoutVars>
          <dgm:chMax val="0"/>
          <dgm:chPref val="0"/>
        </dgm:presLayoutVars>
      </dgm:prSet>
      <dgm:spPr/>
    </dgm:pt>
  </dgm:ptLst>
  <dgm:cxnLst>
    <dgm:cxn modelId="{CB5BA214-A514-4F1D-9761-979B44AAA223}" srcId="{BE4D5088-D3EE-4CD1-B84C-26D279D5F957}" destId="{0DEF6301-DA89-4238-902F-3336429DF9EF}" srcOrd="1" destOrd="0" parTransId="{C283123E-6240-4D93-A67B-773459AFBB98}" sibTransId="{15905708-6392-4C50-80C1-6CEAAF33FDB9}"/>
    <dgm:cxn modelId="{EEA9D123-1AC5-4E7C-BC9F-29BC0C75A1F0}" srcId="{BE4D5088-D3EE-4CD1-B84C-26D279D5F957}" destId="{3AA84113-ED59-41C2-94F2-807CD0FC7FA4}" srcOrd="3" destOrd="0" parTransId="{213D59F3-E766-43CD-8398-6593DA8CF40B}" sibTransId="{96CD3B31-E4A4-489F-9FC2-1129ED58C7A3}"/>
    <dgm:cxn modelId="{0391C934-11BA-45D9-B21A-395E520A8323}" type="presOf" srcId="{41D6B8A0-BF25-471D-8E73-304C2EEBF4F8}" destId="{D1A66C21-B515-4506-9F5C-0D6D2DD9BABA}" srcOrd="0" destOrd="0" presId="urn:microsoft.com/office/officeart/2018/2/layout/IconVerticalSolidList"/>
    <dgm:cxn modelId="{F59F1438-6C8F-44EE-894B-D48675C9D93A}" type="presOf" srcId="{3AA84113-ED59-41C2-94F2-807CD0FC7FA4}" destId="{F9ADCB61-A4EA-454B-AA45-6C64E372182A}" srcOrd="0" destOrd="0" presId="urn:microsoft.com/office/officeart/2018/2/layout/IconVerticalSolidList"/>
    <dgm:cxn modelId="{A1A2F142-1464-47E7-8E40-B1CA4C79F8F1}" srcId="{BE4D5088-D3EE-4CD1-B84C-26D279D5F957}" destId="{AB9ACE99-6E86-4DA6-830E-83ABC7E18998}" srcOrd="0" destOrd="0" parTransId="{968B2BBD-C88C-410C-A6F8-04FC865E191A}" sibTransId="{C734C756-7CA2-4049-898E-42C6198F7764}"/>
    <dgm:cxn modelId="{F6AF1049-CB0B-4361-B9DD-F9C547B54A34}" srcId="{BE4D5088-D3EE-4CD1-B84C-26D279D5F957}" destId="{41D6B8A0-BF25-471D-8E73-304C2EEBF4F8}" srcOrd="4" destOrd="0" parTransId="{87D7078C-D013-464D-B362-83891EBE4395}" sibTransId="{18F79AA3-B693-4F2A-963D-B053E8F4DC07}"/>
    <dgm:cxn modelId="{4EAECF6B-005C-4E97-B29C-0C0DB3FAE427}" type="presOf" srcId="{0DEF6301-DA89-4238-902F-3336429DF9EF}" destId="{6FFC4394-BE5A-4D85-9ABA-053E30AE7732}" srcOrd="0" destOrd="0" presId="urn:microsoft.com/office/officeart/2018/2/layout/IconVerticalSolidList"/>
    <dgm:cxn modelId="{D5FE316D-5D7B-4918-86C7-86D5C5C4460F}" type="presOf" srcId="{C0F14D85-76AB-4255-BEE1-2F899CB24F1A}" destId="{DFF9BD3A-C125-4747-9194-15CC49AC75D2}" srcOrd="0" destOrd="0" presId="urn:microsoft.com/office/officeart/2018/2/layout/IconVerticalSolidList"/>
    <dgm:cxn modelId="{69A1438A-7F53-47EF-91A3-9C197109DB97}" srcId="{BE4D5088-D3EE-4CD1-B84C-26D279D5F957}" destId="{C0F14D85-76AB-4255-BEE1-2F899CB24F1A}" srcOrd="2" destOrd="0" parTransId="{95C2546C-738D-40C1-B28C-00CCAAE9DC8E}" sibTransId="{36B23865-F141-4814-8A7A-AF1203528A56}"/>
    <dgm:cxn modelId="{3EEE91D1-0BAF-4169-A7D0-4367A93AAD03}" type="presOf" srcId="{AB9ACE99-6E86-4DA6-830E-83ABC7E18998}" destId="{E797D1B3-F37E-47A5-9421-69C2413FE5A6}" srcOrd="0" destOrd="0" presId="urn:microsoft.com/office/officeart/2018/2/layout/IconVerticalSolidList"/>
    <dgm:cxn modelId="{80C971EA-A64F-4DAD-8402-2D3A8AD3E6A6}" type="presOf" srcId="{BE4D5088-D3EE-4CD1-B84C-26D279D5F957}" destId="{BAB413F1-3C96-4720-88B7-E4EFCF3E7321}" srcOrd="0" destOrd="0" presId="urn:microsoft.com/office/officeart/2018/2/layout/IconVerticalSolidList"/>
    <dgm:cxn modelId="{A945DE37-0B26-4828-9177-53B1FF65DF98}" type="presParOf" srcId="{BAB413F1-3C96-4720-88B7-E4EFCF3E7321}" destId="{A889CE30-ACEE-4BDE-A6AA-7791988AD7AD}" srcOrd="0" destOrd="0" presId="urn:microsoft.com/office/officeart/2018/2/layout/IconVerticalSolidList"/>
    <dgm:cxn modelId="{2DCB5F2F-D371-4956-868D-50F1E5E2389C}" type="presParOf" srcId="{A889CE30-ACEE-4BDE-A6AA-7791988AD7AD}" destId="{BD5460BB-2A42-4345-A264-B1C1F582D054}" srcOrd="0" destOrd="0" presId="urn:microsoft.com/office/officeart/2018/2/layout/IconVerticalSolidList"/>
    <dgm:cxn modelId="{B07143D7-D1BE-4D9C-AADC-EB898B0F775F}" type="presParOf" srcId="{A889CE30-ACEE-4BDE-A6AA-7791988AD7AD}" destId="{D47EB57A-5691-4C5B-875E-852B0567A59A}" srcOrd="1" destOrd="0" presId="urn:microsoft.com/office/officeart/2018/2/layout/IconVerticalSolidList"/>
    <dgm:cxn modelId="{E55880BD-0610-4392-85E8-41552C4AF6DE}" type="presParOf" srcId="{A889CE30-ACEE-4BDE-A6AA-7791988AD7AD}" destId="{B9BA10D4-324A-4E0D-A5A9-3EF321E85C85}" srcOrd="2" destOrd="0" presId="urn:microsoft.com/office/officeart/2018/2/layout/IconVerticalSolidList"/>
    <dgm:cxn modelId="{996A3E26-CAEB-40F2-B88C-9D2C5C19BC61}" type="presParOf" srcId="{A889CE30-ACEE-4BDE-A6AA-7791988AD7AD}" destId="{E797D1B3-F37E-47A5-9421-69C2413FE5A6}" srcOrd="3" destOrd="0" presId="urn:microsoft.com/office/officeart/2018/2/layout/IconVerticalSolidList"/>
    <dgm:cxn modelId="{CA962E65-70FC-4DCB-BF97-5E847E822F5B}" type="presParOf" srcId="{BAB413F1-3C96-4720-88B7-E4EFCF3E7321}" destId="{F13240B7-5219-4FFF-A662-95B16E5E6AAE}" srcOrd="1" destOrd="0" presId="urn:microsoft.com/office/officeart/2018/2/layout/IconVerticalSolidList"/>
    <dgm:cxn modelId="{DA59A380-51E0-4EA3-824B-0E42D9CA43ED}" type="presParOf" srcId="{BAB413F1-3C96-4720-88B7-E4EFCF3E7321}" destId="{CDC25942-04C0-4FBF-82DD-A22C1CCA0C1C}" srcOrd="2" destOrd="0" presId="urn:microsoft.com/office/officeart/2018/2/layout/IconVerticalSolidList"/>
    <dgm:cxn modelId="{40EE3A73-52E3-492F-B9AD-2933D0C0B3C8}" type="presParOf" srcId="{CDC25942-04C0-4FBF-82DD-A22C1CCA0C1C}" destId="{00051399-FA99-43EF-BAD8-0561EAA43A55}" srcOrd="0" destOrd="0" presId="urn:microsoft.com/office/officeart/2018/2/layout/IconVerticalSolidList"/>
    <dgm:cxn modelId="{48215AC2-7D8C-4F17-98AC-0F319D14B3DD}" type="presParOf" srcId="{CDC25942-04C0-4FBF-82DD-A22C1CCA0C1C}" destId="{27018B54-7156-411B-A694-3680E9665515}" srcOrd="1" destOrd="0" presId="urn:microsoft.com/office/officeart/2018/2/layout/IconVerticalSolidList"/>
    <dgm:cxn modelId="{8DFA8B50-CF26-46E8-91EF-575A1E3E3B7B}" type="presParOf" srcId="{CDC25942-04C0-4FBF-82DD-A22C1CCA0C1C}" destId="{ACDDB9D4-9C20-45FE-B73C-288F48C62100}" srcOrd="2" destOrd="0" presId="urn:microsoft.com/office/officeart/2018/2/layout/IconVerticalSolidList"/>
    <dgm:cxn modelId="{CC608165-8980-4B10-AA82-EE3678A45E4E}" type="presParOf" srcId="{CDC25942-04C0-4FBF-82DD-A22C1CCA0C1C}" destId="{6FFC4394-BE5A-4D85-9ABA-053E30AE7732}" srcOrd="3" destOrd="0" presId="urn:microsoft.com/office/officeart/2018/2/layout/IconVerticalSolidList"/>
    <dgm:cxn modelId="{651D4A87-43F0-42EE-B7F5-CA49413C79AB}" type="presParOf" srcId="{BAB413F1-3C96-4720-88B7-E4EFCF3E7321}" destId="{473F2CEF-5705-4E0D-9580-D22363A4CB47}" srcOrd="3" destOrd="0" presId="urn:microsoft.com/office/officeart/2018/2/layout/IconVerticalSolidList"/>
    <dgm:cxn modelId="{691D0BB2-CF48-4674-9AC5-75ECD4F5FF7E}" type="presParOf" srcId="{BAB413F1-3C96-4720-88B7-E4EFCF3E7321}" destId="{8BE1F08B-6802-40AE-8DB3-840C02799AF2}" srcOrd="4" destOrd="0" presId="urn:microsoft.com/office/officeart/2018/2/layout/IconVerticalSolidList"/>
    <dgm:cxn modelId="{0C66160E-B0FF-447D-B787-C5EA0BE3B037}" type="presParOf" srcId="{8BE1F08B-6802-40AE-8DB3-840C02799AF2}" destId="{02ACCEB8-21A5-4EC5-87B5-319A596C58DD}" srcOrd="0" destOrd="0" presId="urn:microsoft.com/office/officeart/2018/2/layout/IconVerticalSolidList"/>
    <dgm:cxn modelId="{56EDF60F-94C0-4C65-8038-C442F753C2D7}" type="presParOf" srcId="{8BE1F08B-6802-40AE-8DB3-840C02799AF2}" destId="{F2AD84FC-B3D7-4411-A1A0-6DB5BA30ACC0}" srcOrd="1" destOrd="0" presId="urn:microsoft.com/office/officeart/2018/2/layout/IconVerticalSolidList"/>
    <dgm:cxn modelId="{5A2F3F51-8EC5-4ACC-95E4-677C0E461231}" type="presParOf" srcId="{8BE1F08B-6802-40AE-8DB3-840C02799AF2}" destId="{8995FE16-8B79-4CF8-A19A-ECC74DB0766F}" srcOrd="2" destOrd="0" presId="urn:microsoft.com/office/officeart/2018/2/layout/IconVerticalSolidList"/>
    <dgm:cxn modelId="{7E23600E-A122-4AD2-AD36-30BA73957CA6}" type="presParOf" srcId="{8BE1F08B-6802-40AE-8DB3-840C02799AF2}" destId="{DFF9BD3A-C125-4747-9194-15CC49AC75D2}" srcOrd="3" destOrd="0" presId="urn:microsoft.com/office/officeart/2018/2/layout/IconVerticalSolidList"/>
    <dgm:cxn modelId="{6ACBA911-CB22-4F5E-BB87-F11107DD3C4E}" type="presParOf" srcId="{BAB413F1-3C96-4720-88B7-E4EFCF3E7321}" destId="{2D5EBAE8-EDD6-4C06-9EFA-65C8640C546B}" srcOrd="5" destOrd="0" presId="urn:microsoft.com/office/officeart/2018/2/layout/IconVerticalSolidList"/>
    <dgm:cxn modelId="{E7F16269-A8F2-4AA8-B6EC-6CC26B5146C2}" type="presParOf" srcId="{BAB413F1-3C96-4720-88B7-E4EFCF3E7321}" destId="{4D845A20-BA5D-4110-B3D6-55D6949D7C03}" srcOrd="6" destOrd="0" presId="urn:microsoft.com/office/officeart/2018/2/layout/IconVerticalSolidList"/>
    <dgm:cxn modelId="{7F6352D5-1886-4352-A137-89DB0D05F0F0}" type="presParOf" srcId="{4D845A20-BA5D-4110-B3D6-55D6949D7C03}" destId="{89EA485A-42B3-4AB6-91FB-41D3EA8F6A22}" srcOrd="0" destOrd="0" presId="urn:microsoft.com/office/officeart/2018/2/layout/IconVerticalSolidList"/>
    <dgm:cxn modelId="{C0B7C03A-086A-4E65-9752-3848120CC71E}" type="presParOf" srcId="{4D845A20-BA5D-4110-B3D6-55D6949D7C03}" destId="{A710B848-47CC-4D1F-A036-AE9E7985F57C}" srcOrd="1" destOrd="0" presId="urn:microsoft.com/office/officeart/2018/2/layout/IconVerticalSolidList"/>
    <dgm:cxn modelId="{D1B22CEC-339C-4E43-8B25-E4D06876D64D}" type="presParOf" srcId="{4D845A20-BA5D-4110-B3D6-55D6949D7C03}" destId="{891AC51B-8240-4A2A-A2FE-E1C74247BD9F}" srcOrd="2" destOrd="0" presId="urn:microsoft.com/office/officeart/2018/2/layout/IconVerticalSolidList"/>
    <dgm:cxn modelId="{6FF0FDAD-AA3B-460B-AFFF-182BF10C9D52}" type="presParOf" srcId="{4D845A20-BA5D-4110-B3D6-55D6949D7C03}" destId="{F9ADCB61-A4EA-454B-AA45-6C64E372182A}" srcOrd="3" destOrd="0" presId="urn:microsoft.com/office/officeart/2018/2/layout/IconVerticalSolidList"/>
    <dgm:cxn modelId="{4B1D2349-A7A9-4ECD-B52D-DAA768F187F8}" type="presParOf" srcId="{BAB413F1-3C96-4720-88B7-E4EFCF3E7321}" destId="{32C7233D-6642-4D8E-817A-C13DE14D8D9A}" srcOrd="7" destOrd="0" presId="urn:microsoft.com/office/officeart/2018/2/layout/IconVerticalSolidList"/>
    <dgm:cxn modelId="{1899B6B4-F27E-476D-9737-9ADB743EEB95}" type="presParOf" srcId="{BAB413F1-3C96-4720-88B7-E4EFCF3E7321}" destId="{8BB4C86C-3C8B-41AF-9AE5-C487C0A99544}" srcOrd="8" destOrd="0" presId="urn:microsoft.com/office/officeart/2018/2/layout/IconVerticalSolidList"/>
    <dgm:cxn modelId="{62F9C5F4-1D4E-4A58-8B1C-410F8E63D554}" type="presParOf" srcId="{8BB4C86C-3C8B-41AF-9AE5-C487C0A99544}" destId="{DC74F130-4933-4066-B2B8-527F9B1937CE}" srcOrd="0" destOrd="0" presId="urn:microsoft.com/office/officeart/2018/2/layout/IconVerticalSolidList"/>
    <dgm:cxn modelId="{BC3DC39C-D4A0-46CD-A01E-C858103486AF}" type="presParOf" srcId="{8BB4C86C-3C8B-41AF-9AE5-C487C0A99544}" destId="{0E42C80E-EFB0-4001-A32F-681D4D209417}" srcOrd="1" destOrd="0" presId="urn:microsoft.com/office/officeart/2018/2/layout/IconVerticalSolidList"/>
    <dgm:cxn modelId="{69461D0F-1983-454E-868A-5E5D06F43622}" type="presParOf" srcId="{8BB4C86C-3C8B-41AF-9AE5-C487C0A99544}" destId="{A76BEACC-4EAB-4FB6-9FA5-05F94B7F63B3}" srcOrd="2" destOrd="0" presId="urn:microsoft.com/office/officeart/2018/2/layout/IconVerticalSolidList"/>
    <dgm:cxn modelId="{4544501A-478C-4781-A98C-CDC6057852B5}" type="presParOf" srcId="{8BB4C86C-3C8B-41AF-9AE5-C487C0A99544}" destId="{D1A66C21-B515-4506-9F5C-0D6D2DD9BABA}"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B39CE987-20AE-4EE5-86F0-05BBBB8C9F1C}" type="doc">
      <dgm:prSet loTypeId="urn:microsoft.com/office/officeart/2016/7/layout/RepeatingBendingProcessNew" loCatId="process" qsTypeId="urn:microsoft.com/office/officeart/2005/8/quickstyle/simple1" qsCatId="simple" csTypeId="urn:microsoft.com/office/officeart/2005/8/colors/colorful2" csCatId="colorful"/>
      <dgm:spPr/>
      <dgm:t>
        <a:bodyPr/>
        <a:lstStyle/>
        <a:p>
          <a:endParaRPr lang="en-US"/>
        </a:p>
      </dgm:t>
    </dgm:pt>
    <dgm:pt modelId="{A2A37FA9-4FAB-447C-AB90-ABA17DB3B6B3}">
      <dgm:prSet/>
      <dgm:spPr/>
      <dgm:t>
        <a:bodyPr/>
        <a:lstStyle/>
        <a:p>
          <a:r>
            <a:rPr lang="en-US"/>
            <a:t>Draw a use case diagram for a food delivery app.</a:t>
          </a:r>
        </a:p>
      </dgm:t>
    </dgm:pt>
    <dgm:pt modelId="{3722E52F-1A84-4CF8-934B-D0BB658C028E}" type="parTrans" cxnId="{5E9ADEC5-3AE1-4ABB-AD52-CE16DA11E923}">
      <dgm:prSet/>
      <dgm:spPr/>
      <dgm:t>
        <a:bodyPr/>
        <a:lstStyle/>
        <a:p>
          <a:endParaRPr lang="en-US"/>
        </a:p>
      </dgm:t>
    </dgm:pt>
    <dgm:pt modelId="{627A24A6-756F-4D74-9E91-E6DE7AE64A89}" type="sibTrans" cxnId="{5E9ADEC5-3AE1-4ABB-AD52-CE16DA11E923}">
      <dgm:prSet phldrT="1" phldr="0"/>
      <dgm:spPr/>
      <dgm:t>
        <a:bodyPr/>
        <a:lstStyle/>
        <a:p>
          <a:r>
            <a:rPr lang="en-US"/>
            <a:t>1</a:t>
          </a:r>
        </a:p>
      </dgm:t>
    </dgm:pt>
    <dgm:pt modelId="{8A701D88-65E1-4B03-AD73-C95E65D9907A}">
      <dgm:prSet/>
      <dgm:spPr/>
      <dgm:t>
        <a:bodyPr/>
        <a:lstStyle/>
        <a:p>
          <a:r>
            <a:rPr lang="en-US"/>
            <a:t>Create a class diagram for users, orders, and restaurants.</a:t>
          </a:r>
        </a:p>
      </dgm:t>
    </dgm:pt>
    <dgm:pt modelId="{91622A9E-9FC8-4982-98AB-A8CB8F54400B}" type="parTrans" cxnId="{A607E4B7-56C2-47D4-A5AB-914B7EB3CCB5}">
      <dgm:prSet/>
      <dgm:spPr/>
      <dgm:t>
        <a:bodyPr/>
        <a:lstStyle/>
        <a:p>
          <a:endParaRPr lang="en-US"/>
        </a:p>
      </dgm:t>
    </dgm:pt>
    <dgm:pt modelId="{805D2860-D34E-42D1-A28F-25E0341DACA7}" type="sibTrans" cxnId="{A607E4B7-56C2-47D4-A5AB-914B7EB3CCB5}">
      <dgm:prSet phldrT="2" phldr="0"/>
      <dgm:spPr/>
      <dgm:t>
        <a:bodyPr/>
        <a:lstStyle/>
        <a:p>
          <a:r>
            <a:rPr lang="en-US"/>
            <a:t>2</a:t>
          </a:r>
        </a:p>
      </dgm:t>
    </dgm:pt>
    <dgm:pt modelId="{519EDCC5-9E67-48E6-9D0E-FA4162AC6951}">
      <dgm:prSet/>
      <dgm:spPr/>
      <dgm:t>
        <a:bodyPr/>
        <a:lstStyle/>
        <a:p>
          <a:r>
            <a:rPr lang="en-US"/>
            <a:t>Explain how your diagrams relate to user stories.</a:t>
          </a:r>
        </a:p>
      </dgm:t>
    </dgm:pt>
    <dgm:pt modelId="{604E521A-9EAB-419A-BA6E-C9C10A36A21E}" type="parTrans" cxnId="{81FCA50D-C393-4F62-956D-35BD9E904D8B}">
      <dgm:prSet/>
      <dgm:spPr/>
      <dgm:t>
        <a:bodyPr/>
        <a:lstStyle/>
        <a:p>
          <a:endParaRPr lang="en-US"/>
        </a:p>
      </dgm:t>
    </dgm:pt>
    <dgm:pt modelId="{82C1F9D3-DFF9-457F-BAF5-62C09B4878AF}" type="sibTrans" cxnId="{81FCA50D-C393-4F62-956D-35BD9E904D8B}">
      <dgm:prSet phldrT="4" phldr="0"/>
      <dgm:spPr/>
      <dgm:t>
        <a:bodyPr/>
        <a:lstStyle/>
        <a:p>
          <a:endParaRPr lang="en-US"/>
        </a:p>
      </dgm:t>
    </dgm:pt>
    <dgm:pt modelId="{2915CE6A-4328-4ED0-9899-09C780D532D4}" type="pres">
      <dgm:prSet presAssocID="{B39CE987-20AE-4EE5-86F0-05BBBB8C9F1C}" presName="Name0" presStyleCnt="0">
        <dgm:presLayoutVars>
          <dgm:dir/>
          <dgm:resizeHandles val="exact"/>
        </dgm:presLayoutVars>
      </dgm:prSet>
      <dgm:spPr/>
    </dgm:pt>
    <dgm:pt modelId="{276147D5-EA53-47BB-843F-9DB2DF7D96F5}" type="pres">
      <dgm:prSet presAssocID="{A2A37FA9-4FAB-447C-AB90-ABA17DB3B6B3}" presName="node" presStyleLbl="node1" presStyleIdx="0" presStyleCnt="3">
        <dgm:presLayoutVars>
          <dgm:bulletEnabled val="1"/>
        </dgm:presLayoutVars>
      </dgm:prSet>
      <dgm:spPr/>
    </dgm:pt>
    <dgm:pt modelId="{62DAC90C-80BF-449A-AF44-BE4D266E5ACC}" type="pres">
      <dgm:prSet presAssocID="{627A24A6-756F-4D74-9E91-E6DE7AE64A89}" presName="sibTrans" presStyleLbl="sibTrans1D1" presStyleIdx="0" presStyleCnt="2"/>
      <dgm:spPr/>
    </dgm:pt>
    <dgm:pt modelId="{82D17917-8D9C-4848-BFF3-D4B55CE74D89}" type="pres">
      <dgm:prSet presAssocID="{627A24A6-756F-4D74-9E91-E6DE7AE64A89}" presName="connectorText" presStyleLbl="sibTrans1D1" presStyleIdx="0" presStyleCnt="2"/>
      <dgm:spPr/>
    </dgm:pt>
    <dgm:pt modelId="{B9745BE5-C047-42E7-8377-F5A0F0E24485}" type="pres">
      <dgm:prSet presAssocID="{8A701D88-65E1-4B03-AD73-C95E65D9907A}" presName="node" presStyleLbl="node1" presStyleIdx="1" presStyleCnt="3">
        <dgm:presLayoutVars>
          <dgm:bulletEnabled val="1"/>
        </dgm:presLayoutVars>
      </dgm:prSet>
      <dgm:spPr/>
    </dgm:pt>
    <dgm:pt modelId="{BC553D1E-E156-4CB6-9229-8EC652309B16}" type="pres">
      <dgm:prSet presAssocID="{805D2860-D34E-42D1-A28F-25E0341DACA7}" presName="sibTrans" presStyleLbl="sibTrans1D1" presStyleIdx="1" presStyleCnt="2"/>
      <dgm:spPr/>
    </dgm:pt>
    <dgm:pt modelId="{B48D066F-BEEB-45D4-B24F-472BA63ECE26}" type="pres">
      <dgm:prSet presAssocID="{805D2860-D34E-42D1-A28F-25E0341DACA7}" presName="connectorText" presStyleLbl="sibTrans1D1" presStyleIdx="1" presStyleCnt="2"/>
      <dgm:spPr/>
    </dgm:pt>
    <dgm:pt modelId="{ED6E0652-D8F0-4F6F-B45D-CFAD6F9DD44A}" type="pres">
      <dgm:prSet presAssocID="{519EDCC5-9E67-48E6-9D0E-FA4162AC6951}" presName="node" presStyleLbl="node1" presStyleIdx="2" presStyleCnt="3">
        <dgm:presLayoutVars>
          <dgm:bulletEnabled val="1"/>
        </dgm:presLayoutVars>
      </dgm:prSet>
      <dgm:spPr/>
    </dgm:pt>
  </dgm:ptLst>
  <dgm:cxnLst>
    <dgm:cxn modelId="{81FCA50D-C393-4F62-956D-35BD9E904D8B}" srcId="{B39CE987-20AE-4EE5-86F0-05BBBB8C9F1C}" destId="{519EDCC5-9E67-48E6-9D0E-FA4162AC6951}" srcOrd="2" destOrd="0" parTransId="{604E521A-9EAB-419A-BA6E-C9C10A36A21E}" sibTransId="{82C1F9D3-DFF9-457F-BAF5-62C09B4878AF}"/>
    <dgm:cxn modelId="{5C9B5714-3E2A-4B64-B8D2-B8A8D5EF5052}" type="presOf" srcId="{A2A37FA9-4FAB-447C-AB90-ABA17DB3B6B3}" destId="{276147D5-EA53-47BB-843F-9DB2DF7D96F5}" srcOrd="0" destOrd="0" presId="urn:microsoft.com/office/officeart/2016/7/layout/RepeatingBendingProcessNew"/>
    <dgm:cxn modelId="{9D61EA30-2F27-44C1-9CA7-0091E1E4D64D}" type="presOf" srcId="{8A701D88-65E1-4B03-AD73-C95E65D9907A}" destId="{B9745BE5-C047-42E7-8377-F5A0F0E24485}" srcOrd="0" destOrd="0" presId="urn:microsoft.com/office/officeart/2016/7/layout/RepeatingBendingProcessNew"/>
    <dgm:cxn modelId="{4C002778-04C8-4C58-828E-01306F3D5B95}" type="presOf" srcId="{627A24A6-756F-4D74-9E91-E6DE7AE64A89}" destId="{82D17917-8D9C-4848-BFF3-D4B55CE74D89}" srcOrd="1" destOrd="0" presId="urn:microsoft.com/office/officeart/2016/7/layout/RepeatingBendingProcessNew"/>
    <dgm:cxn modelId="{9CF206B0-3230-4060-830A-023B4D414760}" type="presOf" srcId="{B39CE987-20AE-4EE5-86F0-05BBBB8C9F1C}" destId="{2915CE6A-4328-4ED0-9899-09C780D532D4}" srcOrd="0" destOrd="0" presId="urn:microsoft.com/office/officeart/2016/7/layout/RepeatingBendingProcessNew"/>
    <dgm:cxn modelId="{A607E4B7-56C2-47D4-A5AB-914B7EB3CCB5}" srcId="{B39CE987-20AE-4EE5-86F0-05BBBB8C9F1C}" destId="{8A701D88-65E1-4B03-AD73-C95E65D9907A}" srcOrd="1" destOrd="0" parTransId="{91622A9E-9FC8-4982-98AB-A8CB8F54400B}" sibTransId="{805D2860-D34E-42D1-A28F-25E0341DACA7}"/>
    <dgm:cxn modelId="{3985C7C4-9DEA-4A8C-B99F-51BC86CD264E}" type="presOf" srcId="{627A24A6-756F-4D74-9E91-E6DE7AE64A89}" destId="{62DAC90C-80BF-449A-AF44-BE4D266E5ACC}" srcOrd="0" destOrd="0" presId="urn:microsoft.com/office/officeart/2016/7/layout/RepeatingBendingProcessNew"/>
    <dgm:cxn modelId="{5E9ADEC5-3AE1-4ABB-AD52-CE16DA11E923}" srcId="{B39CE987-20AE-4EE5-86F0-05BBBB8C9F1C}" destId="{A2A37FA9-4FAB-447C-AB90-ABA17DB3B6B3}" srcOrd="0" destOrd="0" parTransId="{3722E52F-1A84-4CF8-934B-D0BB658C028E}" sibTransId="{627A24A6-756F-4D74-9E91-E6DE7AE64A89}"/>
    <dgm:cxn modelId="{283C0ACF-4895-497C-980D-EB528743BB0D}" type="presOf" srcId="{805D2860-D34E-42D1-A28F-25E0341DACA7}" destId="{BC553D1E-E156-4CB6-9229-8EC652309B16}" srcOrd="0" destOrd="0" presId="urn:microsoft.com/office/officeart/2016/7/layout/RepeatingBendingProcessNew"/>
    <dgm:cxn modelId="{DA6C73CF-0982-4F08-8AE2-35551642938D}" type="presOf" srcId="{805D2860-D34E-42D1-A28F-25E0341DACA7}" destId="{B48D066F-BEEB-45D4-B24F-472BA63ECE26}" srcOrd="1" destOrd="0" presId="urn:microsoft.com/office/officeart/2016/7/layout/RepeatingBendingProcessNew"/>
    <dgm:cxn modelId="{EA5AABED-DAA8-4E66-8B13-5F085AA18AC7}" type="presOf" srcId="{519EDCC5-9E67-48E6-9D0E-FA4162AC6951}" destId="{ED6E0652-D8F0-4F6F-B45D-CFAD6F9DD44A}" srcOrd="0" destOrd="0" presId="urn:microsoft.com/office/officeart/2016/7/layout/RepeatingBendingProcessNew"/>
    <dgm:cxn modelId="{A4E3DA39-11B1-45AD-BB74-69B1D07CD6C8}" type="presParOf" srcId="{2915CE6A-4328-4ED0-9899-09C780D532D4}" destId="{276147D5-EA53-47BB-843F-9DB2DF7D96F5}" srcOrd="0" destOrd="0" presId="urn:microsoft.com/office/officeart/2016/7/layout/RepeatingBendingProcessNew"/>
    <dgm:cxn modelId="{1FDAC0F8-ADCA-4846-A603-FA2E1FCD744B}" type="presParOf" srcId="{2915CE6A-4328-4ED0-9899-09C780D532D4}" destId="{62DAC90C-80BF-449A-AF44-BE4D266E5ACC}" srcOrd="1" destOrd="0" presId="urn:microsoft.com/office/officeart/2016/7/layout/RepeatingBendingProcessNew"/>
    <dgm:cxn modelId="{4269350F-F002-4F69-83B3-7F9AB2581CBF}" type="presParOf" srcId="{62DAC90C-80BF-449A-AF44-BE4D266E5ACC}" destId="{82D17917-8D9C-4848-BFF3-D4B55CE74D89}" srcOrd="0" destOrd="0" presId="urn:microsoft.com/office/officeart/2016/7/layout/RepeatingBendingProcessNew"/>
    <dgm:cxn modelId="{AEBEE631-2670-4FDA-94AE-E846EFBF4380}" type="presParOf" srcId="{2915CE6A-4328-4ED0-9899-09C780D532D4}" destId="{B9745BE5-C047-42E7-8377-F5A0F0E24485}" srcOrd="2" destOrd="0" presId="urn:microsoft.com/office/officeart/2016/7/layout/RepeatingBendingProcessNew"/>
    <dgm:cxn modelId="{B9147B1E-5799-47B1-8C21-388EEE62892D}" type="presParOf" srcId="{2915CE6A-4328-4ED0-9899-09C780D532D4}" destId="{BC553D1E-E156-4CB6-9229-8EC652309B16}" srcOrd="3" destOrd="0" presId="urn:microsoft.com/office/officeart/2016/7/layout/RepeatingBendingProcessNew"/>
    <dgm:cxn modelId="{9EA59149-0B89-402F-B3DD-0AF92973D705}" type="presParOf" srcId="{BC553D1E-E156-4CB6-9229-8EC652309B16}" destId="{B48D066F-BEEB-45D4-B24F-472BA63ECE26}" srcOrd="0" destOrd="0" presId="urn:microsoft.com/office/officeart/2016/7/layout/RepeatingBendingProcessNew"/>
    <dgm:cxn modelId="{C4DA9024-4AD3-4A89-89FE-D00D6B326629}" type="presParOf" srcId="{2915CE6A-4328-4ED0-9899-09C780D532D4}" destId="{ED6E0652-D8F0-4F6F-B45D-CFAD6F9DD44A}" srcOrd="4" destOrd="0" presId="urn:microsoft.com/office/officeart/2016/7/layout/RepeatingBendingProcessNew"/>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CF3E983-4B91-4623-B539-D8A05A65F085}">
      <dsp:nvSpPr>
        <dsp:cNvPr id="0" name=""/>
        <dsp:cNvSpPr/>
      </dsp:nvSpPr>
      <dsp:spPr>
        <a:xfrm>
          <a:off x="0" y="717"/>
          <a:ext cx="6301601" cy="167924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DA4F068-3075-4ADC-8E5A-E159D0241252}">
      <dsp:nvSpPr>
        <dsp:cNvPr id="0" name=""/>
        <dsp:cNvSpPr/>
      </dsp:nvSpPr>
      <dsp:spPr>
        <a:xfrm>
          <a:off x="507973" y="378548"/>
          <a:ext cx="923587" cy="92358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538E4F1-5BD3-49EE-AD8A-D38B625ADB37}">
      <dsp:nvSpPr>
        <dsp:cNvPr id="0" name=""/>
        <dsp:cNvSpPr/>
      </dsp:nvSpPr>
      <dsp:spPr>
        <a:xfrm>
          <a:off x="1939533" y="717"/>
          <a:ext cx="4362067" cy="16792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7721" tIns="177721" rIns="177721" bIns="177721" numCol="1" spcCol="1270" anchor="ctr" anchorCtr="0">
          <a:noAutofit/>
        </a:bodyPr>
        <a:lstStyle/>
        <a:p>
          <a:pPr marL="0" lvl="0" indent="0" algn="l" defTabSz="1111250">
            <a:lnSpc>
              <a:spcPct val="90000"/>
            </a:lnSpc>
            <a:spcBef>
              <a:spcPct val="0"/>
            </a:spcBef>
            <a:spcAft>
              <a:spcPct val="35000"/>
            </a:spcAft>
            <a:buNone/>
          </a:pPr>
          <a:r>
            <a:rPr lang="en-US" sz="2500" kern="1200" dirty="0"/>
            <a:t>Unified Modeling Language (UML) is a standard way to </a:t>
          </a:r>
          <a:r>
            <a:rPr lang="en-GB" sz="2500" kern="1200" noProof="0" dirty="0"/>
            <a:t>visualise</a:t>
          </a:r>
          <a:r>
            <a:rPr lang="en-US" sz="2500" kern="1200" dirty="0"/>
            <a:t> software design.</a:t>
          </a:r>
        </a:p>
      </dsp:txBody>
      <dsp:txXfrm>
        <a:off x="1939533" y="717"/>
        <a:ext cx="4362067" cy="1679249"/>
      </dsp:txXfrm>
    </dsp:sp>
    <dsp:sp modelId="{34CB2926-71B6-4F66-8997-303C56ACA126}">
      <dsp:nvSpPr>
        <dsp:cNvPr id="0" name=""/>
        <dsp:cNvSpPr/>
      </dsp:nvSpPr>
      <dsp:spPr>
        <a:xfrm>
          <a:off x="0" y="2099779"/>
          <a:ext cx="6301601" cy="167924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2E70EFE-48C8-446C-945E-549A546307B1}">
      <dsp:nvSpPr>
        <dsp:cNvPr id="0" name=""/>
        <dsp:cNvSpPr/>
      </dsp:nvSpPr>
      <dsp:spPr>
        <a:xfrm>
          <a:off x="507973" y="2477610"/>
          <a:ext cx="923587" cy="92358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706F160-F6D6-41AC-BC87-DD7D9F4C1142}">
      <dsp:nvSpPr>
        <dsp:cNvPr id="0" name=""/>
        <dsp:cNvSpPr/>
      </dsp:nvSpPr>
      <dsp:spPr>
        <a:xfrm>
          <a:off x="1939533" y="2099779"/>
          <a:ext cx="4362067" cy="16792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7721" tIns="177721" rIns="177721" bIns="177721" numCol="1" spcCol="1270" anchor="ctr" anchorCtr="0">
          <a:noAutofit/>
        </a:bodyPr>
        <a:lstStyle/>
        <a:p>
          <a:pPr marL="0" lvl="0" indent="0" algn="l" defTabSz="1111250">
            <a:lnSpc>
              <a:spcPct val="90000"/>
            </a:lnSpc>
            <a:spcBef>
              <a:spcPct val="0"/>
            </a:spcBef>
            <a:spcAft>
              <a:spcPct val="35000"/>
            </a:spcAft>
            <a:buNone/>
          </a:pPr>
          <a:r>
            <a:rPr lang="en-US" sz="2500" kern="1200" dirty="0"/>
            <a:t>Helps communicate structure and behavior of systems.</a:t>
          </a:r>
        </a:p>
      </dsp:txBody>
      <dsp:txXfrm>
        <a:off x="1939533" y="2099779"/>
        <a:ext cx="4362067" cy="1679249"/>
      </dsp:txXfrm>
    </dsp:sp>
    <dsp:sp modelId="{FD0869C1-A9EE-48D6-A5EC-031879CEC272}">
      <dsp:nvSpPr>
        <dsp:cNvPr id="0" name=""/>
        <dsp:cNvSpPr/>
      </dsp:nvSpPr>
      <dsp:spPr>
        <a:xfrm>
          <a:off x="0" y="4198841"/>
          <a:ext cx="6301601" cy="167924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8434114-8195-416D-9584-E9618767B8B0}">
      <dsp:nvSpPr>
        <dsp:cNvPr id="0" name=""/>
        <dsp:cNvSpPr/>
      </dsp:nvSpPr>
      <dsp:spPr>
        <a:xfrm>
          <a:off x="507973" y="4576672"/>
          <a:ext cx="923587" cy="92358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48259D0-F6E4-4FEF-9653-AD7AC3612215}">
      <dsp:nvSpPr>
        <dsp:cNvPr id="0" name=""/>
        <dsp:cNvSpPr/>
      </dsp:nvSpPr>
      <dsp:spPr>
        <a:xfrm>
          <a:off x="1939533" y="4198841"/>
          <a:ext cx="4362067" cy="16792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7721" tIns="177721" rIns="177721" bIns="177721" numCol="1" spcCol="1270" anchor="ctr" anchorCtr="0">
          <a:noAutofit/>
        </a:bodyPr>
        <a:lstStyle/>
        <a:p>
          <a:pPr marL="0" lvl="0" indent="0" algn="l" defTabSz="1111250">
            <a:lnSpc>
              <a:spcPct val="90000"/>
            </a:lnSpc>
            <a:spcBef>
              <a:spcPct val="0"/>
            </a:spcBef>
            <a:spcAft>
              <a:spcPct val="35000"/>
            </a:spcAft>
            <a:buNone/>
          </a:pPr>
          <a:r>
            <a:rPr lang="en-US" sz="2500" kern="1200"/>
            <a:t>Used throughout the software development lifecycle.</a:t>
          </a:r>
        </a:p>
      </dsp:txBody>
      <dsp:txXfrm>
        <a:off x="1939533" y="4198841"/>
        <a:ext cx="4362067" cy="167924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1B4D7F-E818-4237-808F-87D96EE8FB00}">
      <dsp:nvSpPr>
        <dsp:cNvPr id="0" name=""/>
        <dsp:cNvSpPr/>
      </dsp:nvSpPr>
      <dsp:spPr>
        <a:xfrm>
          <a:off x="0" y="717"/>
          <a:ext cx="6301601" cy="167924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B4038D3-2C8B-4357-B4B4-F17C340C3E7D}">
      <dsp:nvSpPr>
        <dsp:cNvPr id="0" name=""/>
        <dsp:cNvSpPr/>
      </dsp:nvSpPr>
      <dsp:spPr>
        <a:xfrm>
          <a:off x="507973" y="378548"/>
          <a:ext cx="923587" cy="92358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11558C0-817A-49E4-AFF4-C98BEAEF1B40}">
      <dsp:nvSpPr>
        <dsp:cNvPr id="0" name=""/>
        <dsp:cNvSpPr/>
      </dsp:nvSpPr>
      <dsp:spPr>
        <a:xfrm>
          <a:off x="1939533" y="717"/>
          <a:ext cx="4362067" cy="16792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7721" tIns="177721" rIns="177721" bIns="177721" numCol="1" spcCol="1270" anchor="ctr" anchorCtr="0">
          <a:noAutofit/>
        </a:bodyPr>
        <a:lstStyle/>
        <a:p>
          <a:pPr marL="0" lvl="0" indent="0" algn="l" defTabSz="1111250">
            <a:lnSpc>
              <a:spcPct val="90000"/>
            </a:lnSpc>
            <a:spcBef>
              <a:spcPct val="0"/>
            </a:spcBef>
            <a:spcAft>
              <a:spcPct val="35000"/>
            </a:spcAft>
            <a:buNone/>
          </a:pPr>
          <a:r>
            <a:rPr lang="en-US" sz="2500" kern="1200"/>
            <a:t>Show interactions between users (actors) and the system.</a:t>
          </a:r>
        </a:p>
      </dsp:txBody>
      <dsp:txXfrm>
        <a:off x="1939533" y="717"/>
        <a:ext cx="4362067" cy="1679249"/>
      </dsp:txXfrm>
    </dsp:sp>
    <dsp:sp modelId="{12BA45E1-8573-4D3B-9450-92A09F81F884}">
      <dsp:nvSpPr>
        <dsp:cNvPr id="0" name=""/>
        <dsp:cNvSpPr/>
      </dsp:nvSpPr>
      <dsp:spPr>
        <a:xfrm>
          <a:off x="0" y="2099779"/>
          <a:ext cx="6301601" cy="167924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F0877E9-F60E-4B51-8717-4E1B95DB4246}">
      <dsp:nvSpPr>
        <dsp:cNvPr id="0" name=""/>
        <dsp:cNvSpPr/>
      </dsp:nvSpPr>
      <dsp:spPr>
        <a:xfrm>
          <a:off x="507973" y="2477610"/>
          <a:ext cx="923587" cy="92358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8E5BE83-00DA-478C-94B9-AA89B5C71F81}">
      <dsp:nvSpPr>
        <dsp:cNvPr id="0" name=""/>
        <dsp:cNvSpPr/>
      </dsp:nvSpPr>
      <dsp:spPr>
        <a:xfrm>
          <a:off x="1939533" y="2099779"/>
          <a:ext cx="4362067" cy="16792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7721" tIns="177721" rIns="177721" bIns="177721" numCol="1" spcCol="1270" anchor="ctr" anchorCtr="0">
          <a:noAutofit/>
        </a:bodyPr>
        <a:lstStyle/>
        <a:p>
          <a:pPr marL="0" lvl="0" indent="0" algn="l" defTabSz="1111250">
            <a:lnSpc>
              <a:spcPct val="90000"/>
            </a:lnSpc>
            <a:spcBef>
              <a:spcPct val="0"/>
            </a:spcBef>
            <a:spcAft>
              <a:spcPct val="35000"/>
            </a:spcAft>
            <a:buNone/>
          </a:pPr>
          <a:r>
            <a:rPr lang="en-US" sz="2500" kern="1200"/>
            <a:t>Highlight system functionality from the user's perspective.</a:t>
          </a:r>
        </a:p>
      </dsp:txBody>
      <dsp:txXfrm>
        <a:off x="1939533" y="2099779"/>
        <a:ext cx="4362067" cy="1679249"/>
      </dsp:txXfrm>
    </dsp:sp>
    <dsp:sp modelId="{48739EBE-4398-4606-8489-233A6ED03C09}">
      <dsp:nvSpPr>
        <dsp:cNvPr id="0" name=""/>
        <dsp:cNvSpPr/>
      </dsp:nvSpPr>
      <dsp:spPr>
        <a:xfrm>
          <a:off x="0" y="4198841"/>
          <a:ext cx="6301601" cy="167924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40F05E6-9B2C-43A7-87B1-1C8D3FC1E578}">
      <dsp:nvSpPr>
        <dsp:cNvPr id="0" name=""/>
        <dsp:cNvSpPr/>
      </dsp:nvSpPr>
      <dsp:spPr>
        <a:xfrm>
          <a:off x="507973" y="4576672"/>
          <a:ext cx="923587" cy="92358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3283593-C5F7-4F58-B577-226824B41A87}">
      <dsp:nvSpPr>
        <dsp:cNvPr id="0" name=""/>
        <dsp:cNvSpPr/>
      </dsp:nvSpPr>
      <dsp:spPr>
        <a:xfrm>
          <a:off x="1939533" y="4198841"/>
          <a:ext cx="4362067" cy="16792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7721" tIns="177721" rIns="177721" bIns="177721" numCol="1" spcCol="1270" anchor="ctr" anchorCtr="0">
          <a:noAutofit/>
        </a:bodyPr>
        <a:lstStyle/>
        <a:p>
          <a:pPr marL="0" lvl="0" indent="0" algn="l" defTabSz="1111250">
            <a:lnSpc>
              <a:spcPct val="90000"/>
            </a:lnSpc>
            <a:spcBef>
              <a:spcPct val="0"/>
            </a:spcBef>
            <a:spcAft>
              <a:spcPct val="35000"/>
            </a:spcAft>
            <a:buNone/>
          </a:pPr>
          <a:r>
            <a:rPr lang="en-US" sz="2500" kern="1200"/>
            <a:t>Elements: actors, use cases, system boundary, relationships.</a:t>
          </a:r>
        </a:p>
      </dsp:txBody>
      <dsp:txXfrm>
        <a:off x="1939533" y="4198841"/>
        <a:ext cx="4362067" cy="167924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4009B20-0565-40F4-B422-02CD0D301A36}">
      <dsp:nvSpPr>
        <dsp:cNvPr id="0" name=""/>
        <dsp:cNvSpPr/>
      </dsp:nvSpPr>
      <dsp:spPr>
        <a:xfrm>
          <a:off x="187737" y="882"/>
          <a:ext cx="1557855" cy="934713"/>
        </a:xfrm>
        <a:prstGeom prst="rect">
          <a:avLst/>
        </a:prstGeom>
        <a:gradFill rotWithShape="0">
          <a:gsLst>
            <a:gs pos="0">
              <a:schemeClr val="lt1">
                <a:hueOff val="0"/>
                <a:satOff val="0"/>
                <a:lumOff val="0"/>
                <a:alphaOff val="0"/>
                <a:tint val="100000"/>
                <a:shade val="100000"/>
                <a:satMod val="130000"/>
              </a:schemeClr>
            </a:gs>
            <a:gs pos="100000">
              <a:schemeClr val="l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GB" sz="2400" b="1" kern="1200" dirty="0">
              <a:solidFill>
                <a:schemeClr val="accent6">
                  <a:lumMod val="50000"/>
                </a:schemeClr>
              </a:solidFill>
            </a:rPr>
            <a:t>Class</a:t>
          </a:r>
        </a:p>
      </dsp:txBody>
      <dsp:txXfrm>
        <a:off x="187737" y="882"/>
        <a:ext cx="1557855" cy="934713"/>
      </dsp:txXfrm>
    </dsp:sp>
    <dsp:sp modelId="{C0C59E30-3D80-4070-8954-84B06A852C7D}">
      <dsp:nvSpPr>
        <dsp:cNvPr id="0" name=""/>
        <dsp:cNvSpPr/>
      </dsp:nvSpPr>
      <dsp:spPr>
        <a:xfrm>
          <a:off x="1901377" y="882"/>
          <a:ext cx="1557855" cy="934713"/>
        </a:xfrm>
        <a:prstGeom prst="rect">
          <a:avLst/>
        </a:prstGeom>
        <a:gradFill rotWithShape="0">
          <a:gsLst>
            <a:gs pos="0">
              <a:schemeClr val="lt1">
                <a:hueOff val="0"/>
                <a:satOff val="0"/>
                <a:lumOff val="0"/>
                <a:alphaOff val="0"/>
                <a:tint val="100000"/>
                <a:shade val="100000"/>
                <a:satMod val="130000"/>
              </a:schemeClr>
            </a:gs>
            <a:gs pos="100000">
              <a:schemeClr val="l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b="1" kern="1200" dirty="0">
              <a:solidFill>
                <a:schemeClr val="accent6">
                  <a:lumMod val="50000"/>
                </a:schemeClr>
              </a:solidFill>
            </a:rPr>
            <a:t>Activity</a:t>
          </a:r>
          <a:endParaRPr lang="en-GB" sz="1700" b="1" kern="1200" dirty="0">
            <a:solidFill>
              <a:schemeClr val="accent6">
                <a:lumMod val="50000"/>
              </a:schemeClr>
            </a:solidFill>
          </a:endParaRPr>
        </a:p>
      </dsp:txBody>
      <dsp:txXfrm>
        <a:off x="1901377" y="882"/>
        <a:ext cx="1557855" cy="934713"/>
      </dsp:txXfrm>
    </dsp:sp>
    <dsp:sp modelId="{D66C58E4-4276-4904-B6CF-30F5101FF1FF}">
      <dsp:nvSpPr>
        <dsp:cNvPr id="0" name=""/>
        <dsp:cNvSpPr/>
      </dsp:nvSpPr>
      <dsp:spPr>
        <a:xfrm>
          <a:off x="3615018" y="882"/>
          <a:ext cx="1557855" cy="934713"/>
        </a:xfrm>
        <a:prstGeom prst="rect">
          <a:avLst/>
        </a:prstGeom>
        <a:gradFill rotWithShape="0">
          <a:gsLst>
            <a:gs pos="0">
              <a:schemeClr val="lt1">
                <a:hueOff val="0"/>
                <a:satOff val="0"/>
                <a:lumOff val="0"/>
                <a:alphaOff val="0"/>
                <a:tint val="100000"/>
                <a:shade val="100000"/>
                <a:satMod val="130000"/>
              </a:schemeClr>
            </a:gs>
            <a:gs pos="100000">
              <a:schemeClr val="l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GB" sz="1700" b="1" kern="1200"/>
            <a:t>Object</a:t>
          </a:r>
        </a:p>
      </dsp:txBody>
      <dsp:txXfrm>
        <a:off x="3615018" y="882"/>
        <a:ext cx="1557855" cy="934713"/>
      </dsp:txXfrm>
    </dsp:sp>
    <dsp:sp modelId="{A6A86283-B2A8-4EE8-ABCF-7E2D40DF98E7}">
      <dsp:nvSpPr>
        <dsp:cNvPr id="0" name=""/>
        <dsp:cNvSpPr/>
      </dsp:nvSpPr>
      <dsp:spPr>
        <a:xfrm>
          <a:off x="5328659" y="882"/>
          <a:ext cx="1557855" cy="934713"/>
        </a:xfrm>
        <a:prstGeom prst="rect">
          <a:avLst/>
        </a:prstGeom>
        <a:gradFill rotWithShape="0">
          <a:gsLst>
            <a:gs pos="0">
              <a:schemeClr val="lt1">
                <a:hueOff val="0"/>
                <a:satOff val="0"/>
                <a:lumOff val="0"/>
                <a:alphaOff val="0"/>
                <a:tint val="100000"/>
                <a:shade val="100000"/>
                <a:satMod val="130000"/>
              </a:schemeClr>
            </a:gs>
            <a:gs pos="100000">
              <a:schemeClr val="l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b="1" kern="1200" dirty="0">
              <a:solidFill>
                <a:schemeClr val="accent6">
                  <a:lumMod val="50000"/>
                </a:schemeClr>
              </a:solidFill>
            </a:rPr>
            <a:t>Use case</a:t>
          </a:r>
        </a:p>
      </dsp:txBody>
      <dsp:txXfrm>
        <a:off x="5328659" y="882"/>
        <a:ext cx="1557855" cy="934713"/>
      </dsp:txXfrm>
    </dsp:sp>
    <dsp:sp modelId="{AA9B904E-9F86-4CED-A99C-7E945205C263}">
      <dsp:nvSpPr>
        <dsp:cNvPr id="0" name=""/>
        <dsp:cNvSpPr/>
      </dsp:nvSpPr>
      <dsp:spPr>
        <a:xfrm>
          <a:off x="187737" y="1091381"/>
          <a:ext cx="1557855" cy="934713"/>
        </a:xfrm>
        <a:prstGeom prst="rect">
          <a:avLst/>
        </a:prstGeom>
        <a:gradFill rotWithShape="0">
          <a:gsLst>
            <a:gs pos="0">
              <a:schemeClr val="lt1">
                <a:hueOff val="0"/>
                <a:satOff val="0"/>
                <a:lumOff val="0"/>
                <a:alphaOff val="0"/>
                <a:tint val="100000"/>
                <a:shade val="100000"/>
                <a:satMod val="130000"/>
              </a:schemeClr>
            </a:gs>
            <a:gs pos="100000">
              <a:schemeClr val="l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GB" sz="1700" b="1" kern="1200"/>
            <a:t>Sequence</a:t>
          </a:r>
        </a:p>
      </dsp:txBody>
      <dsp:txXfrm>
        <a:off x="187737" y="1091381"/>
        <a:ext cx="1557855" cy="934713"/>
      </dsp:txXfrm>
    </dsp:sp>
    <dsp:sp modelId="{3311E068-3C51-4103-A4BF-1B7F5B18B78D}">
      <dsp:nvSpPr>
        <dsp:cNvPr id="0" name=""/>
        <dsp:cNvSpPr/>
      </dsp:nvSpPr>
      <dsp:spPr>
        <a:xfrm>
          <a:off x="1901377" y="1091381"/>
          <a:ext cx="1557855" cy="934713"/>
        </a:xfrm>
        <a:prstGeom prst="rect">
          <a:avLst/>
        </a:prstGeom>
        <a:gradFill rotWithShape="0">
          <a:gsLst>
            <a:gs pos="0">
              <a:schemeClr val="lt1">
                <a:hueOff val="0"/>
                <a:satOff val="0"/>
                <a:lumOff val="0"/>
                <a:alphaOff val="0"/>
                <a:tint val="100000"/>
                <a:shade val="100000"/>
                <a:satMod val="130000"/>
              </a:schemeClr>
            </a:gs>
            <a:gs pos="100000">
              <a:schemeClr val="l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GB" sz="1700" b="1" kern="1200"/>
            <a:t>Package, </a:t>
          </a:r>
        </a:p>
      </dsp:txBody>
      <dsp:txXfrm>
        <a:off x="1901377" y="1091381"/>
        <a:ext cx="1557855" cy="934713"/>
      </dsp:txXfrm>
    </dsp:sp>
    <dsp:sp modelId="{8B633F3A-1BBD-47EA-89CA-C247B197CBF4}">
      <dsp:nvSpPr>
        <dsp:cNvPr id="0" name=""/>
        <dsp:cNvSpPr/>
      </dsp:nvSpPr>
      <dsp:spPr>
        <a:xfrm>
          <a:off x="3615018" y="1091381"/>
          <a:ext cx="1557855" cy="934713"/>
        </a:xfrm>
        <a:prstGeom prst="rect">
          <a:avLst/>
        </a:prstGeom>
        <a:gradFill rotWithShape="0">
          <a:gsLst>
            <a:gs pos="0">
              <a:schemeClr val="lt1">
                <a:hueOff val="0"/>
                <a:satOff val="0"/>
                <a:lumOff val="0"/>
                <a:alphaOff val="0"/>
                <a:tint val="100000"/>
                <a:shade val="100000"/>
                <a:satMod val="130000"/>
              </a:schemeClr>
            </a:gs>
            <a:gs pos="100000">
              <a:schemeClr val="l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GB" sz="1700" b="1" kern="1200" dirty="0"/>
            <a:t>State </a:t>
          </a:r>
        </a:p>
      </dsp:txBody>
      <dsp:txXfrm>
        <a:off x="3615018" y="1091381"/>
        <a:ext cx="1557855" cy="934713"/>
      </dsp:txXfrm>
    </dsp:sp>
    <dsp:sp modelId="{9020AEE8-2D17-467E-8625-57C3BA7B7CE0}">
      <dsp:nvSpPr>
        <dsp:cNvPr id="0" name=""/>
        <dsp:cNvSpPr/>
      </dsp:nvSpPr>
      <dsp:spPr>
        <a:xfrm>
          <a:off x="5328659" y="1091381"/>
          <a:ext cx="1557855" cy="934713"/>
        </a:xfrm>
        <a:prstGeom prst="rect">
          <a:avLst/>
        </a:prstGeom>
        <a:gradFill rotWithShape="0">
          <a:gsLst>
            <a:gs pos="0">
              <a:schemeClr val="lt1">
                <a:hueOff val="0"/>
                <a:satOff val="0"/>
                <a:lumOff val="0"/>
                <a:alphaOff val="0"/>
                <a:tint val="100000"/>
                <a:shade val="100000"/>
                <a:satMod val="130000"/>
              </a:schemeClr>
            </a:gs>
            <a:gs pos="100000">
              <a:schemeClr val="l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GB" sz="1700" b="1" kern="1200"/>
            <a:t>Component</a:t>
          </a:r>
        </a:p>
      </dsp:txBody>
      <dsp:txXfrm>
        <a:off x="5328659" y="1091381"/>
        <a:ext cx="1557855" cy="934713"/>
      </dsp:txXfrm>
    </dsp:sp>
    <dsp:sp modelId="{D9D9AEAB-8C25-4DF3-8119-8B1C0D6B90DA}">
      <dsp:nvSpPr>
        <dsp:cNvPr id="0" name=""/>
        <dsp:cNvSpPr/>
      </dsp:nvSpPr>
      <dsp:spPr>
        <a:xfrm>
          <a:off x="187737" y="2181880"/>
          <a:ext cx="1557855" cy="934713"/>
        </a:xfrm>
        <a:prstGeom prst="rect">
          <a:avLst/>
        </a:prstGeom>
        <a:gradFill rotWithShape="0">
          <a:gsLst>
            <a:gs pos="0">
              <a:schemeClr val="lt1">
                <a:hueOff val="0"/>
                <a:satOff val="0"/>
                <a:lumOff val="0"/>
                <a:alphaOff val="0"/>
                <a:tint val="100000"/>
                <a:shade val="100000"/>
                <a:satMod val="130000"/>
              </a:schemeClr>
            </a:gs>
            <a:gs pos="100000">
              <a:schemeClr val="l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GB" sz="1700" b="1" kern="1200"/>
            <a:t>Communication</a:t>
          </a:r>
        </a:p>
      </dsp:txBody>
      <dsp:txXfrm>
        <a:off x="187737" y="2181880"/>
        <a:ext cx="1557855" cy="934713"/>
      </dsp:txXfrm>
    </dsp:sp>
    <dsp:sp modelId="{83C9FD49-1CFB-4371-AF2A-3EB1CA908CD2}">
      <dsp:nvSpPr>
        <dsp:cNvPr id="0" name=""/>
        <dsp:cNvSpPr/>
      </dsp:nvSpPr>
      <dsp:spPr>
        <a:xfrm>
          <a:off x="1901377" y="2181880"/>
          <a:ext cx="1557855" cy="934713"/>
        </a:xfrm>
        <a:prstGeom prst="rect">
          <a:avLst/>
        </a:prstGeom>
        <a:gradFill rotWithShape="0">
          <a:gsLst>
            <a:gs pos="0">
              <a:schemeClr val="lt1">
                <a:hueOff val="0"/>
                <a:satOff val="0"/>
                <a:lumOff val="0"/>
                <a:alphaOff val="0"/>
                <a:tint val="100000"/>
                <a:shade val="100000"/>
                <a:satMod val="130000"/>
              </a:schemeClr>
            </a:gs>
            <a:gs pos="100000">
              <a:schemeClr val="l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GB" sz="1700" b="1" kern="1200" dirty="0"/>
            <a:t>Composite structure</a:t>
          </a:r>
        </a:p>
      </dsp:txBody>
      <dsp:txXfrm>
        <a:off x="1901377" y="2181880"/>
        <a:ext cx="1557855" cy="934713"/>
      </dsp:txXfrm>
    </dsp:sp>
    <dsp:sp modelId="{EF071656-A290-4D11-9FFD-5A8508E55D87}">
      <dsp:nvSpPr>
        <dsp:cNvPr id="0" name=""/>
        <dsp:cNvSpPr/>
      </dsp:nvSpPr>
      <dsp:spPr>
        <a:xfrm>
          <a:off x="3615018" y="2181880"/>
          <a:ext cx="1557855" cy="934713"/>
        </a:xfrm>
        <a:prstGeom prst="rect">
          <a:avLst/>
        </a:prstGeom>
        <a:gradFill rotWithShape="0">
          <a:gsLst>
            <a:gs pos="0">
              <a:schemeClr val="lt1">
                <a:hueOff val="0"/>
                <a:satOff val="0"/>
                <a:lumOff val="0"/>
                <a:alphaOff val="0"/>
                <a:tint val="100000"/>
                <a:shade val="100000"/>
                <a:satMod val="130000"/>
              </a:schemeClr>
            </a:gs>
            <a:gs pos="100000">
              <a:schemeClr val="l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GB" sz="1700" b="1" kern="1200"/>
            <a:t>Interaction overview </a:t>
          </a:r>
        </a:p>
      </dsp:txBody>
      <dsp:txXfrm>
        <a:off x="3615018" y="2181880"/>
        <a:ext cx="1557855" cy="934713"/>
      </dsp:txXfrm>
    </dsp:sp>
    <dsp:sp modelId="{D3F2914D-EE6A-4B46-8892-695EDDFB705C}">
      <dsp:nvSpPr>
        <dsp:cNvPr id="0" name=""/>
        <dsp:cNvSpPr/>
      </dsp:nvSpPr>
      <dsp:spPr>
        <a:xfrm>
          <a:off x="5328659" y="2181880"/>
          <a:ext cx="1557855" cy="934713"/>
        </a:xfrm>
        <a:prstGeom prst="rect">
          <a:avLst/>
        </a:prstGeom>
        <a:gradFill rotWithShape="0">
          <a:gsLst>
            <a:gs pos="0">
              <a:schemeClr val="lt1">
                <a:hueOff val="0"/>
                <a:satOff val="0"/>
                <a:lumOff val="0"/>
                <a:alphaOff val="0"/>
                <a:tint val="100000"/>
                <a:shade val="100000"/>
                <a:satMod val="130000"/>
              </a:schemeClr>
            </a:gs>
            <a:gs pos="100000">
              <a:schemeClr val="l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GB" sz="1700" b="1" kern="1200"/>
            <a:t>Timing</a:t>
          </a:r>
        </a:p>
      </dsp:txBody>
      <dsp:txXfrm>
        <a:off x="5328659" y="2181880"/>
        <a:ext cx="1557855" cy="934713"/>
      </dsp:txXfrm>
    </dsp:sp>
    <dsp:sp modelId="{618AA6FA-D009-434B-9EEA-AC0600B5938F}">
      <dsp:nvSpPr>
        <dsp:cNvPr id="0" name=""/>
        <dsp:cNvSpPr/>
      </dsp:nvSpPr>
      <dsp:spPr>
        <a:xfrm>
          <a:off x="2758198" y="3272378"/>
          <a:ext cx="1557855" cy="934713"/>
        </a:xfrm>
        <a:prstGeom prst="rect">
          <a:avLst/>
        </a:prstGeom>
        <a:gradFill rotWithShape="0">
          <a:gsLst>
            <a:gs pos="0">
              <a:schemeClr val="lt1">
                <a:hueOff val="0"/>
                <a:satOff val="0"/>
                <a:lumOff val="0"/>
                <a:alphaOff val="0"/>
                <a:tint val="100000"/>
                <a:shade val="100000"/>
                <a:satMod val="130000"/>
              </a:schemeClr>
            </a:gs>
            <a:gs pos="100000">
              <a:schemeClr val="l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GB" sz="1700" b="1" kern="1200"/>
            <a:t>Deployment</a:t>
          </a:r>
        </a:p>
      </dsp:txBody>
      <dsp:txXfrm>
        <a:off x="2758198" y="3272378"/>
        <a:ext cx="1557855" cy="93471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F46DC25-4BA8-47A1-A6E2-3F05F367F439}">
      <dsp:nvSpPr>
        <dsp:cNvPr id="0" name=""/>
        <dsp:cNvSpPr/>
      </dsp:nvSpPr>
      <dsp:spPr>
        <a:xfrm>
          <a:off x="0" y="0"/>
          <a:ext cx="6257005" cy="106928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t>User logs in to the system.</a:t>
          </a:r>
        </a:p>
      </dsp:txBody>
      <dsp:txXfrm>
        <a:off x="31318" y="31318"/>
        <a:ext cx="5012814" cy="1006644"/>
      </dsp:txXfrm>
    </dsp:sp>
    <dsp:sp modelId="{7B6D6592-1BE7-41BB-AD4C-03D203A17AEE}">
      <dsp:nvSpPr>
        <dsp:cNvPr id="0" name=""/>
        <dsp:cNvSpPr/>
      </dsp:nvSpPr>
      <dsp:spPr>
        <a:xfrm>
          <a:off x="524024" y="1263695"/>
          <a:ext cx="6257005" cy="106928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t>User browses available products.</a:t>
          </a:r>
        </a:p>
      </dsp:txBody>
      <dsp:txXfrm>
        <a:off x="555342" y="1295013"/>
        <a:ext cx="4975313" cy="1006644"/>
      </dsp:txXfrm>
    </dsp:sp>
    <dsp:sp modelId="{1F31DAAA-4C72-4715-B5CA-C33D6D9AD73F}">
      <dsp:nvSpPr>
        <dsp:cNvPr id="0" name=""/>
        <dsp:cNvSpPr/>
      </dsp:nvSpPr>
      <dsp:spPr>
        <a:xfrm>
          <a:off x="1040227" y="2527390"/>
          <a:ext cx="6257005" cy="106928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t>User places an order.</a:t>
          </a:r>
        </a:p>
      </dsp:txBody>
      <dsp:txXfrm>
        <a:off x="1071545" y="2558708"/>
        <a:ext cx="4983134" cy="1006644"/>
      </dsp:txXfrm>
    </dsp:sp>
    <dsp:sp modelId="{5AA51F4A-9C85-4DED-9F15-A562A1646154}">
      <dsp:nvSpPr>
        <dsp:cNvPr id="0" name=""/>
        <dsp:cNvSpPr/>
      </dsp:nvSpPr>
      <dsp:spPr>
        <a:xfrm>
          <a:off x="1564251" y="3791085"/>
          <a:ext cx="6257005" cy="106928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t>Admin manages user accounts.</a:t>
          </a:r>
        </a:p>
      </dsp:txBody>
      <dsp:txXfrm>
        <a:off x="1595569" y="3822403"/>
        <a:ext cx="4975313" cy="1006644"/>
      </dsp:txXfrm>
    </dsp:sp>
    <dsp:sp modelId="{DBDBB50A-3CFA-4B3A-B916-587AA5E19BB3}">
      <dsp:nvSpPr>
        <dsp:cNvPr id="0" name=""/>
        <dsp:cNvSpPr/>
      </dsp:nvSpPr>
      <dsp:spPr>
        <a:xfrm>
          <a:off x="5561973" y="818971"/>
          <a:ext cx="695032" cy="695032"/>
        </a:xfrm>
        <a:prstGeom prst="downArrow">
          <a:avLst>
            <a:gd name="adj1" fmla="val 55000"/>
            <a:gd name="adj2" fmla="val 45000"/>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9370" tIns="39370" rIns="39370" bIns="39370" numCol="1" spcCol="1270" anchor="ctr" anchorCtr="0">
          <a:noAutofit/>
        </a:bodyPr>
        <a:lstStyle/>
        <a:p>
          <a:pPr marL="0" lvl="0" indent="0" algn="ctr" defTabSz="1377950">
            <a:lnSpc>
              <a:spcPct val="90000"/>
            </a:lnSpc>
            <a:spcBef>
              <a:spcPct val="0"/>
            </a:spcBef>
            <a:spcAft>
              <a:spcPct val="35000"/>
            </a:spcAft>
            <a:buNone/>
          </a:pPr>
          <a:endParaRPr lang="en-US" sz="3100" kern="1200"/>
        </a:p>
      </dsp:txBody>
      <dsp:txXfrm>
        <a:off x="5718355" y="818971"/>
        <a:ext cx="382268" cy="523012"/>
      </dsp:txXfrm>
    </dsp:sp>
    <dsp:sp modelId="{CAA77EF5-161A-4B8C-B25F-7915FF60153C}">
      <dsp:nvSpPr>
        <dsp:cNvPr id="0" name=""/>
        <dsp:cNvSpPr/>
      </dsp:nvSpPr>
      <dsp:spPr>
        <a:xfrm>
          <a:off x="6085997" y="2082666"/>
          <a:ext cx="695032" cy="695032"/>
        </a:xfrm>
        <a:prstGeom prst="downArrow">
          <a:avLst>
            <a:gd name="adj1" fmla="val 55000"/>
            <a:gd name="adj2" fmla="val 45000"/>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9370" tIns="39370" rIns="39370" bIns="39370" numCol="1" spcCol="1270" anchor="ctr" anchorCtr="0">
          <a:noAutofit/>
        </a:bodyPr>
        <a:lstStyle/>
        <a:p>
          <a:pPr marL="0" lvl="0" indent="0" algn="ctr" defTabSz="1377950">
            <a:lnSpc>
              <a:spcPct val="90000"/>
            </a:lnSpc>
            <a:spcBef>
              <a:spcPct val="0"/>
            </a:spcBef>
            <a:spcAft>
              <a:spcPct val="35000"/>
            </a:spcAft>
            <a:buNone/>
          </a:pPr>
          <a:endParaRPr lang="en-US" sz="3100" kern="1200"/>
        </a:p>
      </dsp:txBody>
      <dsp:txXfrm>
        <a:off x="6242379" y="2082666"/>
        <a:ext cx="382268" cy="523012"/>
      </dsp:txXfrm>
    </dsp:sp>
    <dsp:sp modelId="{D6E295A5-94FE-4424-AC3A-BFFB097E738A}">
      <dsp:nvSpPr>
        <dsp:cNvPr id="0" name=""/>
        <dsp:cNvSpPr/>
      </dsp:nvSpPr>
      <dsp:spPr>
        <a:xfrm>
          <a:off x="6602200" y="3346361"/>
          <a:ext cx="695032" cy="695032"/>
        </a:xfrm>
        <a:prstGeom prst="downArrow">
          <a:avLst>
            <a:gd name="adj1" fmla="val 55000"/>
            <a:gd name="adj2" fmla="val 45000"/>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9370" tIns="39370" rIns="39370" bIns="39370" numCol="1" spcCol="1270" anchor="ctr" anchorCtr="0">
          <a:noAutofit/>
        </a:bodyPr>
        <a:lstStyle/>
        <a:p>
          <a:pPr marL="0" lvl="0" indent="0" algn="ctr" defTabSz="1377950">
            <a:lnSpc>
              <a:spcPct val="90000"/>
            </a:lnSpc>
            <a:spcBef>
              <a:spcPct val="0"/>
            </a:spcBef>
            <a:spcAft>
              <a:spcPct val="35000"/>
            </a:spcAft>
            <a:buNone/>
          </a:pPr>
          <a:endParaRPr lang="en-US" sz="3100" kern="1200"/>
        </a:p>
      </dsp:txBody>
      <dsp:txXfrm>
        <a:off x="6758582" y="3346361"/>
        <a:ext cx="382268" cy="52301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493E21A-EAD5-4DB1-9AA3-D5DB536AE038}">
      <dsp:nvSpPr>
        <dsp:cNvPr id="0" name=""/>
        <dsp:cNvSpPr/>
      </dsp:nvSpPr>
      <dsp:spPr>
        <a:xfrm>
          <a:off x="2595527" y="316188"/>
          <a:ext cx="779941" cy="77994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F2529C3-CF2D-45BB-9BBB-1E15EF34BCAF}">
      <dsp:nvSpPr>
        <dsp:cNvPr id="0" name=""/>
        <dsp:cNvSpPr/>
      </dsp:nvSpPr>
      <dsp:spPr>
        <a:xfrm>
          <a:off x="2118896" y="1356165"/>
          <a:ext cx="1733203" cy="6932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pPr>
          <a:r>
            <a:rPr lang="en-US" sz="1400" kern="1200" dirty="0"/>
            <a:t>Show how objects interact in a particular scenario.</a:t>
          </a:r>
        </a:p>
      </dsp:txBody>
      <dsp:txXfrm>
        <a:off x="2118896" y="1356165"/>
        <a:ext cx="1733203" cy="693281"/>
      </dsp:txXfrm>
    </dsp:sp>
    <dsp:sp modelId="{D74EB2A0-D956-47F0-B339-5D517B968CA3}">
      <dsp:nvSpPr>
        <dsp:cNvPr id="0" name=""/>
        <dsp:cNvSpPr/>
      </dsp:nvSpPr>
      <dsp:spPr>
        <a:xfrm>
          <a:off x="4632040" y="316188"/>
          <a:ext cx="779941" cy="77994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F6F988A-6416-4829-9E94-CAA10F3836DD}">
      <dsp:nvSpPr>
        <dsp:cNvPr id="0" name=""/>
        <dsp:cNvSpPr/>
      </dsp:nvSpPr>
      <dsp:spPr>
        <a:xfrm>
          <a:off x="4155409" y="1356165"/>
          <a:ext cx="1733203" cy="6932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pPr>
          <a:r>
            <a:rPr lang="en-US" sz="1400" kern="1200"/>
            <a:t>Focus on the order of messages between objects.</a:t>
          </a:r>
        </a:p>
      </dsp:txBody>
      <dsp:txXfrm>
        <a:off x="4155409" y="1356165"/>
        <a:ext cx="1733203" cy="693281"/>
      </dsp:txXfrm>
    </dsp:sp>
    <dsp:sp modelId="{6018E3AD-8223-4217-A268-745070DBB50D}">
      <dsp:nvSpPr>
        <dsp:cNvPr id="0" name=""/>
        <dsp:cNvSpPr/>
      </dsp:nvSpPr>
      <dsp:spPr>
        <a:xfrm>
          <a:off x="6668554" y="316188"/>
          <a:ext cx="779941" cy="77994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5C4968B-C6BC-49BD-ACE8-B006E66A9E2D}">
      <dsp:nvSpPr>
        <dsp:cNvPr id="0" name=""/>
        <dsp:cNvSpPr/>
      </dsp:nvSpPr>
      <dsp:spPr>
        <a:xfrm>
          <a:off x="6191923" y="1356165"/>
          <a:ext cx="1733203" cy="6932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pPr>
          <a:r>
            <a:rPr lang="en-US" sz="1400" kern="1200" dirty="0"/>
            <a:t>Useful for visualizing workflows and method calls.</a:t>
          </a:r>
        </a:p>
      </dsp:txBody>
      <dsp:txXfrm>
        <a:off x="6191923" y="1356165"/>
        <a:ext cx="1733203" cy="693281"/>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F4420A1-81A8-458E-808B-5BDDF5A49D1E}">
      <dsp:nvSpPr>
        <dsp:cNvPr id="0" name=""/>
        <dsp:cNvSpPr/>
      </dsp:nvSpPr>
      <dsp:spPr>
        <a:xfrm>
          <a:off x="0" y="2251"/>
          <a:ext cx="6800631" cy="114090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D90F6CE-EB83-4F5F-B5CB-622E29070C26}">
      <dsp:nvSpPr>
        <dsp:cNvPr id="0" name=""/>
        <dsp:cNvSpPr/>
      </dsp:nvSpPr>
      <dsp:spPr>
        <a:xfrm>
          <a:off x="345122" y="258953"/>
          <a:ext cx="627495" cy="62749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C00A6EC-E5F5-47C1-B5AD-702634099C14}">
      <dsp:nvSpPr>
        <dsp:cNvPr id="0" name=""/>
        <dsp:cNvSpPr/>
      </dsp:nvSpPr>
      <dsp:spPr>
        <a:xfrm>
          <a:off x="1317741" y="2251"/>
          <a:ext cx="5482889" cy="11409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0745" tIns="120745" rIns="120745" bIns="120745" numCol="1" spcCol="1270" anchor="ctr" anchorCtr="0">
          <a:noAutofit/>
        </a:bodyPr>
        <a:lstStyle/>
        <a:p>
          <a:pPr marL="0" lvl="0" indent="0" algn="l" defTabSz="977900">
            <a:lnSpc>
              <a:spcPct val="100000"/>
            </a:lnSpc>
            <a:spcBef>
              <a:spcPct val="0"/>
            </a:spcBef>
            <a:spcAft>
              <a:spcPct val="35000"/>
            </a:spcAft>
            <a:buNone/>
          </a:pPr>
          <a:r>
            <a:rPr lang="en-US" sz="2200" kern="1200"/>
            <a:t>Use case diagrams reflect user goals </a:t>
          </a:r>
          <a:br>
            <a:rPr lang="en-US" sz="2200" kern="1200"/>
          </a:br>
          <a:r>
            <a:rPr lang="en-US" sz="2200" kern="1200"/>
            <a:t>and interactions.</a:t>
          </a:r>
        </a:p>
      </dsp:txBody>
      <dsp:txXfrm>
        <a:off x="1317741" y="2251"/>
        <a:ext cx="5482889" cy="1140901"/>
      </dsp:txXfrm>
    </dsp:sp>
    <dsp:sp modelId="{6A6538B4-FD7E-4D9C-9F47-DC7BAAA7F5FD}">
      <dsp:nvSpPr>
        <dsp:cNvPr id="0" name=""/>
        <dsp:cNvSpPr/>
      </dsp:nvSpPr>
      <dsp:spPr>
        <a:xfrm>
          <a:off x="0" y="1428378"/>
          <a:ext cx="6800631" cy="114090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D0A76C3-2364-4241-AEAE-96137D3BAEF0}">
      <dsp:nvSpPr>
        <dsp:cNvPr id="0" name=""/>
        <dsp:cNvSpPr/>
      </dsp:nvSpPr>
      <dsp:spPr>
        <a:xfrm>
          <a:off x="345122" y="1685081"/>
          <a:ext cx="627495" cy="62749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0C9CDE9-BC57-43A5-8CCB-88C85F83F026}">
      <dsp:nvSpPr>
        <dsp:cNvPr id="0" name=""/>
        <dsp:cNvSpPr/>
      </dsp:nvSpPr>
      <dsp:spPr>
        <a:xfrm>
          <a:off x="1317741" y="1428378"/>
          <a:ext cx="5482889" cy="11409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0745" tIns="120745" rIns="120745" bIns="120745" numCol="1" spcCol="1270" anchor="ctr" anchorCtr="0">
          <a:noAutofit/>
        </a:bodyPr>
        <a:lstStyle/>
        <a:p>
          <a:pPr marL="0" lvl="0" indent="0" algn="l" defTabSz="977900">
            <a:lnSpc>
              <a:spcPct val="100000"/>
            </a:lnSpc>
            <a:spcBef>
              <a:spcPct val="0"/>
            </a:spcBef>
            <a:spcAft>
              <a:spcPct val="35000"/>
            </a:spcAft>
            <a:buNone/>
          </a:pPr>
          <a:br>
            <a:rPr lang="en-US" sz="2200" kern="1200"/>
          </a:br>
          <a:r>
            <a:rPr lang="en-US" sz="2200" kern="1200"/>
            <a:t>Class diagrams model data from user stories.</a:t>
          </a:r>
        </a:p>
      </dsp:txBody>
      <dsp:txXfrm>
        <a:off x="1317741" y="1428378"/>
        <a:ext cx="5482889" cy="1140901"/>
      </dsp:txXfrm>
    </dsp:sp>
    <dsp:sp modelId="{F7C2616D-C1A3-4F29-AD65-9F4EC6AD8F02}">
      <dsp:nvSpPr>
        <dsp:cNvPr id="0" name=""/>
        <dsp:cNvSpPr/>
      </dsp:nvSpPr>
      <dsp:spPr>
        <a:xfrm>
          <a:off x="0" y="2854505"/>
          <a:ext cx="6800631" cy="114090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5E9B983-02A1-473B-A65F-87E566A608F6}">
      <dsp:nvSpPr>
        <dsp:cNvPr id="0" name=""/>
        <dsp:cNvSpPr/>
      </dsp:nvSpPr>
      <dsp:spPr>
        <a:xfrm>
          <a:off x="345122" y="3111208"/>
          <a:ext cx="627495" cy="62749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F940D4C-D4E6-4C78-8E98-4D084E7E97F2}">
      <dsp:nvSpPr>
        <dsp:cNvPr id="0" name=""/>
        <dsp:cNvSpPr/>
      </dsp:nvSpPr>
      <dsp:spPr>
        <a:xfrm>
          <a:off x="1317741" y="2854505"/>
          <a:ext cx="5482889" cy="11409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0745" tIns="120745" rIns="120745" bIns="120745" numCol="1" spcCol="1270" anchor="ctr" anchorCtr="0">
          <a:noAutofit/>
        </a:bodyPr>
        <a:lstStyle/>
        <a:p>
          <a:pPr marL="0" lvl="0" indent="0" algn="l" defTabSz="977900">
            <a:lnSpc>
              <a:spcPct val="100000"/>
            </a:lnSpc>
            <a:spcBef>
              <a:spcPct val="0"/>
            </a:spcBef>
            <a:spcAft>
              <a:spcPct val="35000"/>
            </a:spcAft>
            <a:buNone/>
          </a:pPr>
          <a:r>
            <a:rPr lang="en-US" sz="2200" kern="1200" dirty="0"/>
            <a:t>Sequence diagrams show how features </a:t>
          </a:r>
          <a:br>
            <a:rPr lang="en-US" sz="2200" kern="1200" dirty="0"/>
          </a:br>
          <a:r>
            <a:rPr lang="en-US" sz="2200" kern="1200" dirty="0"/>
            <a:t>are implemented.</a:t>
          </a:r>
        </a:p>
      </dsp:txBody>
      <dsp:txXfrm>
        <a:off x="1317741" y="2854505"/>
        <a:ext cx="5482889" cy="1140901"/>
      </dsp:txXfrm>
    </dsp:sp>
    <dsp:sp modelId="{D457F0C5-4D82-4DA5-8692-05D74173D0B3}">
      <dsp:nvSpPr>
        <dsp:cNvPr id="0" name=""/>
        <dsp:cNvSpPr/>
      </dsp:nvSpPr>
      <dsp:spPr>
        <a:xfrm>
          <a:off x="0" y="4280632"/>
          <a:ext cx="6800631" cy="114090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BBCBF2B-12AD-4BCC-B192-579D9B8D5458}">
      <dsp:nvSpPr>
        <dsp:cNvPr id="0" name=""/>
        <dsp:cNvSpPr/>
      </dsp:nvSpPr>
      <dsp:spPr>
        <a:xfrm>
          <a:off x="345122" y="4537335"/>
          <a:ext cx="627495" cy="62749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290829E-9D4A-4D34-89A4-C350FDB7F92C}">
      <dsp:nvSpPr>
        <dsp:cNvPr id="0" name=""/>
        <dsp:cNvSpPr/>
      </dsp:nvSpPr>
      <dsp:spPr>
        <a:xfrm>
          <a:off x="1317741" y="4280632"/>
          <a:ext cx="5482889" cy="11409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0745" tIns="120745" rIns="120745" bIns="120745" numCol="1" spcCol="1270" anchor="ctr" anchorCtr="0">
          <a:noAutofit/>
        </a:bodyPr>
        <a:lstStyle/>
        <a:p>
          <a:pPr marL="0" lvl="0" indent="0" algn="l" defTabSz="977900">
            <a:lnSpc>
              <a:spcPct val="100000"/>
            </a:lnSpc>
            <a:spcBef>
              <a:spcPct val="0"/>
            </a:spcBef>
            <a:spcAft>
              <a:spcPct val="35000"/>
            </a:spcAft>
            <a:buNone/>
          </a:pPr>
          <a:r>
            <a:rPr lang="en-US" sz="2200" kern="1200"/>
            <a:t>UML diagrams help validate requirements </a:t>
          </a:r>
          <a:br>
            <a:rPr lang="en-US" sz="2200" kern="1200"/>
          </a:br>
          <a:r>
            <a:rPr lang="en-US" sz="2200" kern="1200"/>
            <a:t>and design consistency.</a:t>
          </a:r>
        </a:p>
      </dsp:txBody>
      <dsp:txXfrm>
        <a:off x="1317741" y="4280632"/>
        <a:ext cx="5482889" cy="1140901"/>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6C339C-1836-4B04-8850-90A20D180C95}">
      <dsp:nvSpPr>
        <dsp:cNvPr id="0" name=""/>
        <dsp:cNvSpPr/>
      </dsp:nvSpPr>
      <dsp:spPr>
        <a:xfrm>
          <a:off x="0" y="1785"/>
          <a:ext cx="7907215" cy="90481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C96942E-DE4B-4CE3-9398-918026C20B17}">
      <dsp:nvSpPr>
        <dsp:cNvPr id="0" name=""/>
        <dsp:cNvSpPr/>
      </dsp:nvSpPr>
      <dsp:spPr>
        <a:xfrm>
          <a:off x="273706" y="205368"/>
          <a:ext cx="497647" cy="49764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2CC22C6-9C97-466F-99C1-6155D2F7B147}">
      <dsp:nvSpPr>
        <dsp:cNvPr id="0" name=""/>
        <dsp:cNvSpPr/>
      </dsp:nvSpPr>
      <dsp:spPr>
        <a:xfrm>
          <a:off x="1045060" y="1785"/>
          <a:ext cx="6862154" cy="9048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759" tIns="95759" rIns="95759" bIns="95759" numCol="1" spcCol="1270" anchor="ctr" anchorCtr="0">
          <a:noAutofit/>
        </a:bodyPr>
        <a:lstStyle/>
        <a:p>
          <a:pPr marL="0" lvl="0" indent="0" algn="l" defTabSz="977900">
            <a:lnSpc>
              <a:spcPct val="100000"/>
            </a:lnSpc>
            <a:spcBef>
              <a:spcPct val="0"/>
            </a:spcBef>
            <a:spcAft>
              <a:spcPct val="35000"/>
            </a:spcAft>
            <a:buNone/>
          </a:pPr>
          <a:r>
            <a:rPr lang="en-US" sz="2200" kern="1200"/>
            <a:t>Use case diagrams reflect user goals and interactions.</a:t>
          </a:r>
        </a:p>
      </dsp:txBody>
      <dsp:txXfrm>
        <a:off x="1045060" y="1785"/>
        <a:ext cx="6862154" cy="904813"/>
      </dsp:txXfrm>
    </dsp:sp>
    <dsp:sp modelId="{98A814D1-2408-48EE-B9FB-01ED4346CEC9}">
      <dsp:nvSpPr>
        <dsp:cNvPr id="0" name=""/>
        <dsp:cNvSpPr/>
      </dsp:nvSpPr>
      <dsp:spPr>
        <a:xfrm>
          <a:off x="0" y="1132802"/>
          <a:ext cx="7907215" cy="90481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AC90D34-1450-40CF-9ADC-9E64BF1B53B3}">
      <dsp:nvSpPr>
        <dsp:cNvPr id="0" name=""/>
        <dsp:cNvSpPr/>
      </dsp:nvSpPr>
      <dsp:spPr>
        <a:xfrm>
          <a:off x="273706" y="1336385"/>
          <a:ext cx="497647" cy="49764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30F9923-6FCE-4C84-8BED-172D19AE33EC}">
      <dsp:nvSpPr>
        <dsp:cNvPr id="0" name=""/>
        <dsp:cNvSpPr/>
      </dsp:nvSpPr>
      <dsp:spPr>
        <a:xfrm>
          <a:off x="1045060" y="1132802"/>
          <a:ext cx="6862154" cy="9048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759" tIns="95759" rIns="95759" bIns="95759" numCol="1" spcCol="1270" anchor="ctr" anchorCtr="0">
          <a:noAutofit/>
        </a:bodyPr>
        <a:lstStyle/>
        <a:p>
          <a:pPr marL="0" lvl="0" indent="0" algn="l" defTabSz="977900">
            <a:lnSpc>
              <a:spcPct val="100000"/>
            </a:lnSpc>
            <a:spcBef>
              <a:spcPct val="0"/>
            </a:spcBef>
            <a:spcAft>
              <a:spcPct val="35000"/>
            </a:spcAft>
            <a:buNone/>
          </a:pPr>
          <a:r>
            <a:rPr lang="en-US" sz="2200" kern="1200"/>
            <a:t>Class diagrams model data from user stories.</a:t>
          </a:r>
        </a:p>
      </dsp:txBody>
      <dsp:txXfrm>
        <a:off x="1045060" y="1132802"/>
        <a:ext cx="6862154" cy="904813"/>
      </dsp:txXfrm>
    </dsp:sp>
    <dsp:sp modelId="{B51434C8-EC6E-4D78-9176-270865D8DEF3}">
      <dsp:nvSpPr>
        <dsp:cNvPr id="0" name=""/>
        <dsp:cNvSpPr/>
      </dsp:nvSpPr>
      <dsp:spPr>
        <a:xfrm>
          <a:off x="0" y="2263820"/>
          <a:ext cx="7907215" cy="90481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688FA78-235A-4C80-8283-6484CEFA3308}">
      <dsp:nvSpPr>
        <dsp:cNvPr id="0" name=""/>
        <dsp:cNvSpPr/>
      </dsp:nvSpPr>
      <dsp:spPr>
        <a:xfrm>
          <a:off x="273706" y="2467403"/>
          <a:ext cx="497647" cy="49764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C697A72-98FC-4D7E-8739-C903CE636F14}">
      <dsp:nvSpPr>
        <dsp:cNvPr id="0" name=""/>
        <dsp:cNvSpPr/>
      </dsp:nvSpPr>
      <dsp:spPr>
        <a:xfrm>
          <a:off x="1045060" y="2263820"/>
          <a:ext cx="6862154" cy="9048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759" tIns="95759" rIns="95759" bIns="95759" numCol="1" spcCol="1270" anchor="ctr" anchorCtr="0">
          <a:noAutofit/>
        </a:bodyPr>
        <a:lstStyle/>
        <a:p>
          <a:pPr marL="0" lvl="0" indent="0" algn="l" defTabSz="977900">
            <a:lnSpc>
              <a:spcPct val="100000"/>
            </a:lnSpc>
            <a:spcBef>
              <a:spcPct val="0"/>
            </a:spcBef>
            <a:spcAft>
              <a:spcPct val="35000"/>
            </a:spcAft>
            <a:buNone/>
          </a:pPr>
          <a:r>
            <a:rPr lang="en-US" sz="2200" kern="1200"/>
            <a:t>Sequence diagrams show how features are implemented.</a:t>
          </a:r>
        </a:p>
      </dsp:txBody>
      <dsp:txXfrm>
        <a:off x="1045060" y="2263820"/>
        <a:ext cx="6862154" cy="904813"/>
      </dsp:txXfrm>
    </dsp:sp>
    <dsp:sp modelId="{7C72389D-97ED-4ECC-A1CE-B0F5FDA053EC}">
      <dsp:nvSpPr>
        <dsp:cNvPr id="0" name=""/>
        <dsp:cNvSpPr/>
      </dsp:nvSpPr>
      <dsp:spPr>
        <a:xfrm>
          <a:off x="0" y="3394837"/>
          <a:ext cx="7907215" cy="90481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531E5B9-8D76-4C8C-8E9D-4C4E424F53A6}">
      <dsp:nvSpPr>
        <dsp:cNvPr id="0" name=""/>
        <dsp:cNvSpPr/>
      </dsp:nvSpPr>
      <dsp:spPr>
        <a:xfrm>
          <a:off x="273706" y="3598420"/>
          <a:ext cx="497647" cy="49764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1E20165-4E87-4971-8291-BCA551267437}">
      <dsp:nvSpPr>
        <dsp:cNvPr id="0" name=""/>
        <dsp:cNvSpPr/>
      </dsp:nvSpPr>
      <dsp:spPr>
        <a:xfrm>
          <a:off x="1045060" y="3394837"/>
          <a:ext cx="6862154" cy="9048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759" tIns="95759" rIns="95759" bIns="95759" numCol="1" spcCol="1270" anchor="ctr" anchorCtr="0">
          <a:noAutofit/>
        </a:bodyPr>
        <a:lstStyle/>
        <a:p>
          <a:pPr marL="0" lvl="0" indent="0" algn="l" defTabSz="977900">
            <a:lnSpc>
              <a:spcPct val="100000"/>
            </a:lnSpc>
            <a:spcBef>
              <a:spcPct val="0"/>
            </a:spcBef>
            <a:spcAft>
              <a:spcPct val="35000"/>
            </a:spcAft>
            <a:buNone/>
          </a:pPr>
          <a:r>
            <a:rPr lang="en-US" sz="2200" kern="1200"/>
            <a:t>Helps validate requirements and design consistency.</a:t>
          </a:r>
        </a:p>
      </dsp:txBody>
      <dsp:txXfrm>
        <a:off x="1045060" y="3394837"/>
        <a:ext cx="6862154" cy="904813"/>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55402B-14C6-4F5A-8D58-350033BF66F0}">
      <dsp:nvSpPr>
        <dsp:cNvPr id="0" name=""/>
        <dsp:cNvSpPr/>
      </dsp:nvSpPr>
      <dsp:spPr>
        <a:xfrm>
          <a:off x="0" y="2439"/>
          <a:ext cx="6301601" cy="123661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2270A22-CB63-4ACF-AB0B-0F4C22F89785}">
      <dsp:nvSpPr>
        <dsp:cNvPr id="0" name=""/>
        <dsp:cNvSpPr/>
      </dsp:nvSpPr>
      <dsp:spPr>
        <a:xfrm>
          <a:off x="374076" y="280678"/>
          <a:ext cx="680139" cy="680139"/>
        </a:xfrm>
        <a:prstGeom prst="rect">
          <a:avLst/>
        </a:prstGeom>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C0FF4BE-AB9C-4890-BB20-8F8BC1C57804}">
      <dsp:nvSpPr>
        <dsp:cNvPr id="0" name=""/>
        <dsp:cNvSpPr/>
      </dsp:nvSpPr>
      <dsp:spPr>
        <a:xfrm>
          <a:off x="1428292" y="2439"/>
          <a:ext cx="4873308" cy="12366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0875" tIns="130875" rIns="130875" bIns="130875" numCol="1" spcCol="1270" anchor="ctr" anchorCtr="0">
          <a:noAutofit/>
        </a:bodyPr>
        <a:lstStyle/>
        <a:p>
          <a:pPr marL="0" lvl="0" indent="0" algn="l" defTabSz="977900">
            <a:lnSpc>
              <a:spcPct val="90000"/>
            </a:lnSpc>
            <a:spcBef>
              <a:spcPct val="0"/>
            </a:spcBef>
            <a:spcAft>
              <a:spcPct val="35000"/>
            </a:spcAft>
            <a:buNone/>
          </a:pPr>
          <a:r>
            <a:rPr lang="en-GB" sz="2200" kern="1200"/>
            <a:t>Let's learn about UML class diagram to describe your design</a:t>
          </a:r>
          <a:endParaRPr lang="en-US" sz="2200" kern="1200"/>
        </a:p>
      </dsp:txBody>
      <dsp:txXfrm>
        <a:off x="1428292" y="2439"/>
        <a:ext cx="4873308" cy="1236616"/>
      </dsp:txXfrm>
    </dsp:sp>
    <dsp:sp modelId="{B0A05C51-156A-4B81-A710-5EEAFEDFB068}">
      <dsp:nvSpPr>
        <dsp:cNvPr id="0" name=""/>
        <dsp:cNvSpPr/>
      </dsp:nvSpPr>
      <dsp:spPr>
        <a:xfrm>
          <a:off x="0" y="1548210"/>
          <a:ext cx="6301601" cy="123661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08E24B0-17F0-4E5B-857A-6BD2E1D3B9E8}">
      <dsp:nvSpPr>
        <dsp:cNvPr id="0" name=""/>
        <dsp:cNvSpPr/>
      </dsp:nvSpPr>
      <dsp:spPr>
        <a:xfrm>
          <a:off x="374076" y="1826449"/>
          <a:ext cx="680139" cy="68013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BE6F2BA-4E03-4278-B067-D024BC91B30E}">
      <dsp:nvSpPr>
        <dsp:cNvPr id="0" name=""/>
        <dsp:cNvSpPr/>
      </dsp:nvSpPr>
      <dsp:spPr>
        <a:xfrm>
          <a:off x="1428292" y="1548210"/>
          <a:ext cx="4873308" cy="12366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0875" tIns="130875" rIns="130875" bIns="130875" numCol="1" spcCol="1270" anchor="ctr" anchorCtr="0">
          <a:noAutofit/>
        </a:bodyPr>
        <a:lstStyle/>
        <a:p>
          <a:pPr marL="0" lvl="0" indent="0" algn="l" defTabSz="977900">
            <a:lnSpc>
              <a:spcPct val="90000"/>
            </a:lnSpc>
            <a:spcBef>
              <a:spcPct val="0"/>
            </a:spcBef>
            <a:spcAft>
              <a:spcPct val="35000"/>
            </a:spcAft>
            <a:buNone/>
          </a:pPr>
          <a:r>
            <a:rPr lang="en-GB" sz="2200" kern="1200"/>
            <a:t>Show Interfaces, Inheritance and Polymorphism</a:t>
          </a:r>
          <a:endParaRPr lang="en-US" sz="2200" kern="1200"/>
        </a:p>
      </dsp:txBody>
      <dsp:txXfrm>
        <a:off x="1428292" y="1548210"/>
        <a:ext cx="4873308" cy="1236616"/>
      </dsp:txXfrm>
    </dsp:sp>
    <dsp:sp modelId="{0D65CEA2-6114-4212-8CDE-F9A8CE824D7E}">
      <dsp:nvSpPr>
        <dsp:cNvPr id="0" name=""/>
        <dsp:cNvSpPr/>
      </dsp:nvSpPr>
      <dsp:spPr>
        <a:xfrm>
          <a:off x="0" y="3093981"/>
          <a:ext cx="6301601" cy="123661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86BCAD7-D92D-4913-AEFA-C0AB733E99D1}">
      <dsp:nvSpPr>
        <dsp:cNvPr id="0" name=""/>
        <dsp:cNvSpPr/>
      </dsp:nvSpPr>
      <dsp:spPr>
        <a:xfrm>
          <a:off x="374076" y="3372220"/>
          <a:ext cx="680139" cy="68013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8413BA9-2B9A-49FD-B23C-9071726276F2}">
      <dsp:nvSpPr>
        <dsp:cNvPr id="0" name=""/>
        <dsp:cNvSpPr/>
      </dsp:nvSpPr>
      <dsp:spPr>
        <a:xfrm>
          <a:off x="1428292" y="3093981"/>
          <a:ext cx="4873308" cy="12366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0875" tIns="130875" rIns="130875" bIns="130875" numCol="1" spcCol="1270" anchor="ctr" anchorCtr="0">
          <a:noAutofit/>
        </a:bodyPr>
        <a:lstStyle/>
        <a:p>
          <a:pPr marL="0" lvl="0" indent="0" algn="l" defTabSz="977900">
            <a:lnSpc>
              <a:spcPct val="90000"/>
            </a:lnSpc>
            <a:spcBef>
              <a:spcPct val="0"/>
            </a:spcBef>
            <a:spcAft>
              <a:spcPct val="35000"/>
            </a:spcAft>
            <a:buNone/>
          </a:pPr>
          <a:r>
            <a:rPr lang="en-GB" sz="2200" kern="1200"/>
            <a:t>Aggregation</a:t>
          </a:r>
          <a:endParaRPr lang="en-US" sz="2200" kern="1200"/>
        </a:p>
      </dsp:txBody>
      <dsp:txXfrm>
        <a:off x="1428292" y="3093981"/>
        <a:ext cx="4873308" cy="1236616"/>
      </dsp:txXfrm>
    </dsp:sp>
    <dsp:sp modelId="{D9D70E0E-2C2B-40D3-BBA1-FB7C4CFD5AE6}">
      <dsp:nvSpPr>
        <dsp:cNvPr id="0" name=""/>
        <dsp:cNvSpPr/>
      </dsp:nvSpPr>
      <dsp:spPr>
        <a:xfrm>
          <a:off x="0" y="4639752"/>
          <a:ext cx="6301601" cy="123661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9170947-9743-4CBB-BCD9-210466C50CD2}">
      <dsp:nvSpPr>
        <dsp:cNvPr id="0" name=""/>
        <dsp:cNvSpPr/>
      </dsp:nvSpPr>
      <dsp:spPr>
        <a:xfrm>
          <a:off x="374076" y="4917991"/>
          <a:ext cx="680139" cy="680139"/>
        </a:xfrm>
        <a:prstGeom prst="rect">
          <a:avLst/>
        </a:prstGeom>
        <a:blipFill>
          <a:blip xmlns:r="http://schemas.openxmlformats.org/officeDocument/2006/relationships">
            <a:extLst>
              <a:ext uri="{96DAC541-7B7A-43D3-8B79-37D633B846F1}">
                <asvg:svgBlip xmlns:asvg="http://schemas.microsoft.com/office/drawing/2016/SVG/main" r:embed="rId4"/>
              </a:ext>
            </a:extLst>
          </a:blip>
          <a:srcRect/>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151E4D1-BF8A-4495-A239-EF283EE7E3C7}">
      <dsp:nvSpPr>
        <dsp:cNvPr id="0" name=""/>
        <dsp:cNvSpPr/>
      </dsp:nvSpPr>
      <dsp:spPr>
        <a:xfrm>
          <a:off x="1428292" y="4639752"/>
          <a:ext cx="4873308" cy="12366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0875" tIns="130875" rIns="130875" bIns="130875" numCol="1" spcCol="1270" anchor="ctr" anchorCtr="0">
          <a:noAutofit/>
        </a:bodyPr>
        <a:lstStyle/>
        <a:p>
          <a:pPr marL="0" lvl="0" indent="0" algn="l" defTabSz="977900">
            <a:lnSpc>
              <a:spcPct val="90000"/>
            </a:lnSpc>
            <a:spcBef>
              <a:spcPct val="0"/>
            </a:spcBef>
            <a:spcAft>
              <a:spcPct val="35000"/>
            </a:spcAft>
            <a:buNone/>
          </a:pPr>
          <a:r>
            <a:rPr lang="en-GB" sz="2200" kern="1200"/>
            <a:t>Association Qualifiers</a:t>
          </a:r>
          <a:endParaRPr lang="en-US" sz="2200" kern="1200"/>
        </a:p>
      </dsp:txBody>
      <dsp:txXfrm>
        <a:off x="1428292" y="4639752"/>
        <a:ext cx="4873308" cy="1236616"/>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54423D4-8A85-4AF4-AE3A-74CDA64D9935}">
      <dsp:nvSpPr>
        <dsp:cNvPr id="0" name=""/>
        <dsp:cNvSpPr/>
      </dsp:nvSpPr>
      <dsp:spPr>
        <a:xfrm>
          <a:off x="0" y="2687"/>
          <a:ext cx="6263640" cy="0"/>
        </a:xfrm>
        <a:prstGeom prst="line">
          <a:avLst/>
        </a:prstGeom>
        <a:solidFill>
          <a:schemeClr val="accent3">
            <a:hueOff val="0"/>
            <a:satOff val="0"/>
            <a:lumOff val="0"/>
            <a:alphaOff val="0"/>
          </a:schemeClr>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B6EB9E7-AA92-4C13-8BF9-025632F84B64}">
      <dsp:nvSpPr>
        <dsp:cNvPr id="0" name=""/>
        <dsp:cNvSpPr/>
      </dsp:nvSpPr>
      <dsp:spPr>
        <a:xfrm>
          <a:off x="0" y="2687"/>
          <a:ext cx="6263640" cy="18331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br>
            <a:rPr lang="en-US" sz="2800" kern="1200" dirty="0"/>
          </a:br>
          <a:r>
            <a:rPr lang="en-US" sz="2800" kern="1200" dirty="0"/>
            <a:t>Represent the static structure of a system.</a:t>
          </a:r>
        </a:p>
      </dsp:txBody>
      <dsp:txXfrm>
        <a:off x="0" y="2687"/>
        <a:ext cx="6263640" cy="1833104"/>
      </dsp:txXfrm>
    </dsp:sp>
    <dsp:sp modelId="{D0612F2E-42FA-4199-8F53-6A119AF80509}">
      <dsp:nvSpPr>
        <dsp:cNvPr id="0" name=""/>
        <dsp:cNvSpPr/>
      </dsp:nvSpPr>
      <dsp:spPr>
        <a:xfrm>
          <a:off x="0" y="1835791"/>
          <a:ext cx="6263640" cy="0"/>
        </a:xfrm>
        <a:prstGeom prst="line">
          <a:avLst/>
        </a:prstGeom>
        <a:solidFill>
          <a:schemeClr val="accent3">
            <a:hueOff val="0"/>
            <a:satOff val="0"/>
            <a:lumOff val="0"/>
            <a:alphaOff val="0"/>
          </a:schemeClr>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0661941-B3DA-4AD2-BACE-31F03E03090C}">
      <dsp:nvSpPr>
        <dsp:cNvPr id="0" name=""/>
        <dsp:cNvSpPr/>
      </dsp:nvSpPr>
      <dsp:spPr>
        <a:xfrm>
          <a:off x="0" y="1835791"/>
          <a:ext cx="6263640" cy="18331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br>
            <a:rPr lang="en-US" sz="2800" kern="1200" dirty="0"/>
          </a:br>
          <a:r>
            <a:rPr lang="en-US" sz="2800" kern="1200" dirty="0"/>
            <a:t>Show classes, attributes, methods, and relationships.</a:t>
          </a:r>
        </a:p>
      </dsp:txBody>
      <dsp:txXfrm>
        <a:off x="0" y="1835791"/>
        <a:ext cx="6263640" cy="1833104"/>
      </dsp:txXfrm>
    </dsp:sp>
    <dsp:sp modelId="{AA0E0024-0A2C-4731-99EB-7749908E28B8}">
      <dsp:nvSpPr>
        <dsp:cNvPr id="0" name=""/>
        <dsp:cNvSpPr/>
      </dsp:nvSpPr>
      <dsp:spPr>
        <a:xfrm>
          <a:off x="0" y="3668896"/>
          <a:ext cx="6263640" cy="0"/>
        </a:xfrm>
        <a:prstGeom prst="line">
          <a:avLst/>
        </a:prstGeom>
        <a:solidFill>
          <a:schemeClr val="accent3">
            <a:hueOff val="0"/>
            <a:satOff val="0"/>
            <a:lumOff val="0"/>
            <a:alphaOff val="0"/>
          </a:schemeClr>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915B7F9-8ED0-4B93-A51C-1FF08C4ECE2F}">
      <dsp:nvSpPr>
        <dsp:cNvPr id="0" name=""/>
        <dsp:cNvSpPr/>
      </dsp:nvSpPr>
      <dsp:spPr>
        <a:xfrm>
          <a:off x="0" y="3668896"/>
          <a:ext cx="6263640" cy="18331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br>
            <a:rPr lang="en-US" sz="2800" kern="1200" dirty="0"/>
          </a:br>
          <a:r>
            <a:rPr lang="en-US" sz="2800" kern="1200" dirty="0"/>
            <a:t>Useful for designing data models and backend structure.</a:t>
          </a:r>
        </a:p>
      </dsp:txBody>
      <dsp:txXfrm>
        <a:off x="0" y="3668896"/>
        <a:ext cx="6263640" cy="1833104"/>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970397A-93BE-4768-8142-8A2DBDC6A589}">
      <dsp:nvSpPr>
        <dsp:cNvPr id="0" name=""/>
        <dsp:cNvSpPr/>
      </dsp:nvSpPr>
      <dsp:spPr>
        <a:xfrm>
          <a:off x="0" y="0"/>
          <a:ext cx="6666833" cy="0"/>
        </a:xfrm>
        <a:prstGeom prst="line">
          <a:avLst/>
        </a:prstGeom>
        <a:gradFill rotWithShape="0">
          <a:gsLst>
            <a:gs pos="0">
              <a:schemeClr val="dk2">
                <a:hueOff val="0"/>
                <a:satOff val="0"/>
                <a:lumOff val="0"/>
                <a:alphaOff val="0"/>
                <a:tint val="100000"/>
                <a:shade val="100000"/>
                <a:satMod val="130000"/>
              </a:schemeClr>
            </a:gs>
            <a:gs pos="100000">
              <a:schemeClr val="dk2">
                <a:hueOff val="0"/>
                <a:satOff val="0"/>
                <a:lumOff val="0"/>
                <a:alphaOff val="0"/>
                <a:tint val="50000"/>
                <a:shade val="100000"/>
                <a:satMod val="350000"/>
              </a:schemeClr>
            </a:gs>
          </a:gsLst>
          <a:lin ang="16200000" scaled="0"/>
        </a:gradFill>
        <a:ln w="9525" cap="flat" cmpd="sng" algn="ctr">
          <a:solidFill>
            <a:schemeClr val="dk2">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9648ED32-0EEA-4F6E-BAFD-4D425DC50154}">
      <dsp:nvSpPr>
        <dsp:cNvPr id="0" name=""/>
        <dsp:cNvSpPr/>
      </dsp:nvSpPr>
      <dsp:spPr>
        <a:xfrm>
          <a:off x="0" y="0"/>
          <a:ext cx="6666833" cy="13634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en-US" sz="2700" b="1" kern="1200" dirty="0"/>
            <a:t>Association </a:t>
          </a:r>
          <a:br>
            <a:rPr lang="en-US" sz="2700" b="1" kern="1200" dirty="0"/>
          </a:br>
          <a:r>
            <a:rPr lang="en-US" sz="2700" kern="1200" dirty="0"/>
            <a:t>Basic relationship between classes.</a:t>
          </a:r>
        </a:p>
      </dsp:txBody>
      <dsp:txXfrm>
        <a:off x="0" y="0"/>
        <a:ext cx="6666833" cy="1363480"/>
      </dsp:txXfrm>
    </dsp:sp>
    <dsp:sp modelId="{14E0377A-8D82-47B6-89C9-358C78E3007A}">
      <dsp:nvSpPr>
        <dsp:cNvPr id="0" name=""/>
        <dsp:cNvSpPr/>
      </dsp:nvSpPr>
      <dsp:spPr>
        <a:xfrm>
          <a:off x="0" y="1363480"/>
          <a:ext cx="6666833" cy="0"/>
        </a:xfrm>
        <a:prstGeom prst="line">
          <a:avLst/>
        </a:prstGeom>
        <a:gradFill rotWithShape="0">
          <a:gsLst>
            <a:gs pos="0">
              <a:schemeClr val="dk2">
                <a:hueOff val="0"/>
                <a:satOff val="0"/>
                <a:lumOff val="0"/>
                <a:alphaOff val="0"/>
                <a:tint val="100000"/>
                <a:shade val="100000"/>
                <a:satMod val="130000"/>
              </a:schemeClr>
            </a:gs>
            <a:gs pos="100000">
              <a:schemeClr val="dk2">
                <a:hueOff val="0"/>
                <a:satOff val="0"/>
                <a:lumOff val="0"/>
                <a:alphaOff val="0"/>
                <a:tint val="50000"/>
                <a:shade val="100000"/>
                <a:satMod val="350000"/>
              </a:schemeClr>
            </a:gs>
          </a:gsLst>
          <a:lin ang="16200000" scaled="0"/>
        </a:gradFill>
        <a:ln w="9525" cap="flat" cmpd="sng" algn="ctr">
          <a:solidFill>
            <a:schemeClr val="dk2">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27C96FAA-C6F3-4069-B50E-211A0B125BCD}">
      <dsp:nvSpPr>
        <dsp:cNvPr id="0" name=""/>
        <dsp:cNvSpPr/>
      </dsp:nvSpPr>
      <dsp:spPr>
        <a:xfrm>
          <a:off x="0" y="1363480"/>
          <a:ext cx="6666833" cy="13634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en-US" sz="2700" b="1" kern="1200" dirty="0"/>
            <a:t>Aggregation</a:t>
          </a:r>
          <a:r>
            <a:rPr lang="en-US" sz="2700" kern="1200" dirty="0"/>
            <a:t> </a:t>
          </a:r>
          <a:br>
            <a:rPr lang="en-US" sz="2700" kern="1200" dirty="0"/>
          </a:br>
          <a:r>
            <a:rPr lang="en-US" sz="2700" kern="1200" dirty="0"/>
            <a:t>whole-part relationship (weak ownership).</a:t>
          </a:r>
        </a:p>
      </dsp:txBody>
      <dsp:txXfrm>
        <a:off x="0" y="1363480"/>
        <a:ext cx="6666833" cy="1363480"/>
      </dsp:txXfrm>
    </dsp:sp>
    <dsp:sp modelId="{E3F5FED4-894A-42B2-A966-7C54F1E9725D}">
      <dsp:nvSpPr>
        <dsp:cNvPr id="0" name=""/>
        <dsp:cNvSpPr/>
      </dsp:nvSpPr>
      <dsp:spPr>
        <a:xfrm>
          <a:off x="0" y="2726960"/>
          <a:ext cx="6666833" cy="0"/>
        </a:xfrm>
        <a:prstGeom prst="line">
          <a:avLst/>
        </a:prstGeom>
        <a:gradFill rotWithShape="0">
          <a:gsLst>
            <a:gs pos="0">
              <a:schemeClr val="dk2">
                <a:hueOff val="0"/>
                <a:satOff val="0"/>
                <a:lumOff val="0"/>
                <a:alphaOff val="0"/>
                <a:tint val="100000"/>
                <a:shade val="100000"/>
                <a:satMod val="130000"/>
              </a:schemeClr>
            </a:gs>
            <a:gs pos="100000">
              <a:schemeClr val="dk2">
                <a:hueOff val="0"/>
                <a:satOff val="0"/>
                <a:lumOff val="0"/>
                <a:alphaOff val="0"/>
                <a:tint val="50000"/>
                <a:shade val="100000"/>
                <a:satMod val="350000"/>
              </a:schemeClr>
            </a:gs>
          </a:gsLst>
          <a:lin ang="16200000" scaled="0"/>
        </a:gradFill>
        <a:ln w="9525" cap="flat" cmpd="sng" algn="ctr">
          <a:solidFill>
            <a:schemeClr val="dk2">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126E9667-728D-43E5-B8A4-89ED2A5B891D}">
      <dsp:nvSpPr>
        <dsp:cNvPr id="0" name=""/>
        <dsp:cNvSpPr/>
      </dsp:nvSpPr>
      <dsp:spPr>
        <a:xfrm>
          <a:off x="0" y="2726960"/>
          <a:ext cx="6666833" cy="13634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en-US" sz="2700" b="1" kern="1200" dirty="0"/>
            <a:t>Composition</a:t>
          </a:r>
          <a:r>
            <a:rPr lang="en-US" sz="2700" kern="1200" dirty="0"/>
            <a:t> </a:t>
          </a:r>
          <a:br>
            <a:rPr lang="en-US" sz="2700" kern="1200" dirty="0"/>
          </a:br>
          <a:r>
            <a:rPr lang="en-US" sz="2700" kern="1200" dirty="0"/>
            <a:t>strong ownership,</a:t>
          </a:r>
          <a:br>
            <a:rPr lang="en-US" sz="2700" kern="1200" dirty="0"/>
          </a:br>
          <a:r>
            <a:rPr lang="en-US" sz="2700" kern="1200" dirty="0"/>
            <a:t>Part cannot exist without whole.</a:t>
          </a:r>
        </a:p>
      </dsp:txBody>
      <dsp:txXfrm>
        <a:off x="0" y="2726960"/>
        <a:ext cx="6666833" cy="1363480"/>
      </dsp:txXfrm>
    </dsp:sp>
    <dsp:sp modelId="{8B1299AC-A2C1-4924-A5F3-8F28A101605C}">
      <dsp:nvSpPr>
        <dsp:cNvPr id="0" name=""/>
        <dsp:cNvSpPr/>
      </dsp:nvSpPr>
      <dsp:spPr>
        <a:xfrm>
          <a:off x="0" y="4090440"/>
          <a:ext cx="6666833" cy="0"/>
        </a:xfrm>
        <a:prstGeom prst="line">
          <a:avLst/>
        </a:prstGeom>
        <a:gradFill rotWithShape="0">
          <a:gsLst>
            <a:gs pos="0">
              <a:schemeClr val="dk2">
                <a:hueOff val="0"/>
                <a:satOff val="0"/>
                <a:lumOff val="0"/>
                <a:alphaOff val="0"/>
                <a:tint val="100000"/>
                <a:shade val="100000"/>
                <a:satMod val="130000"/>
              </a:schemeClr>
            </a:gs>
            <a:gs pos="100000">
              <a:schemeClr val="dk2">
                <a:hueOff val="0"/>
                <a:satOff val="0"/>
                <a:lumOff val="0"/>
                <a:alphaOff val="0"/>
                <a:tint val="50000"/>
                <a:shade val="100000"/>
                <a:satMod val="350000"/>
              </a:schemeClr>
            </a:gs>
          </a:gsLst>
          <a:lin ang="16200000" scaled="0"/>
        </a:gradFill>
        <a:ln w="9525" cap="flat" cmpd="sng" algn="ctr">
          <a:solidFill>
            <a:schemeClr val="dk2">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3F1BAD73-C001-48B4-8F19-3EDB04A670E8}">
      <dsp:nvSpPr>
        <dsp:cNvPr id="0" name=""/>
        <dsp:cNvSpPr/>
      </dsp:nvSpPr>
      <dsp:spPr>
        <a:xfrm>
          <a:off x="0" y="4090440"/>
          <a:ext cx="6666833" cy="13634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en-US" sz="2700" b="1" kern="1200" dirty="0"/>
            <a:t>Inheritance</a:t>
          </a:r>
          <a:r>
            <a:rPr lang="en-US" sz="2700" kern="1200" dirty="0"/>
            <a:t> </a:t>
          </a:r>
          <a:br>
            <a:rPr lang="en-US" sz="2700" kern="1200" dirty="0"/>
          </a:br>
          <a:r>
            <a:rPr lang="en-US" sz="2700" kern="1200" dirty="0"/>
            <a:t>one class inherits from another.</a:t>
          </a:r>
        </a:p>
      </dsp:txBody>
      <dsp:txXfrm>
        <a:off x="0" y="4090440"/>
        <a:ext cx="6666833" cy="1363480"/>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D5460BB-2A42-4345-A264-B1C1F582D054}">
      <dsp:nvSpPr>
        <dsp:cNvPr id="0" name=""/>
        <dsp:cNvSpPr/>
      </dsp:nvSpPr>
      <dsp:spPr>
        <a:xfrm>
          <a:off x="0" y="4592"/>
          <a:ext cx="6301601" cy="97827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47EB57A-5691-4C5B-875E-852B0567A59A}">
      <dsp:nvSpPr>
        <dsp:cNvPr id="0" name=""/>
        <dsp:cNvSpPr/>
      </dsp:nvSpPr>
      <dsp:spPr>
        <a:xfrm>
          <a:off x="295926" y="224703"/>
          <a:ext cx="538048" cy="53804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797D1B3-F37E-47A5-9421-69C2413FE5A6}">
      <dsp:nvSpPr>
        <dsp:cNvPr id="0" name=""/>
        <dsp:cNvSpPr/>
      </dsp:nvSpPr>
      <dsp:spPr>
        <a:xfrm>
          <a:off x="1129902" y="4592"/>
          <a:ext cx="5171698" cy="9782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3534" tIns="103534" rIns="103534" bIns="103534" numCol="1" spcCol="1270" anchor="ctr" anchorCtr="0">
          <a:noAutofit/>
        </a:bodyPr>
        <a:lstStyle/>
        <a:p>
          <a:pPr marL="0" lvl="0" indent="0" algn="l" defTabSz="844550">
            <a:lnSpc>
              <a:spcPct val="90000"/>
            </a:lnSpc>
            <a:spcBef>
              <a:spcPct val="0"/>
            </a:spcBef>
            <a:spcAft>
              <a:spcPct val="35000"/>
            </a:spcAft>
            <a:buNone/>
          </a:pPr>
          <a:r>
            <a:rPr lang="en-US" sz="1900" kern="1200"/>
            <a:t>UML helps visualize system structure and behavior.</a:t>
          </a:r>
        </a:p>
      </dsp:txBody>
      <dsp:txXfrm>
        <a:off x="1129902" y="4592"/>
        <a:ext cx="5171698" cy="978270"/>
      </dsp:txXfrm>
    </dsp:sp>
    <dsp:sp modelId="{00051399-FA99-43EF-BAD8-0561EAA43A55}">
      <dsp:nvSpPr>
        <dsp:cNvPr id="0" name=""/>
        <dsp:cNvSpPr/>
      </dsp:nvSpPr>
      <dsp:spPr>
        <a:xfrm>
          <a:off x="0" y="1227431"/>
          <a:ext cx="6301601" cy="97827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7018B54-7156-411B-A694-3680E9665515}">
      <dsp:nvSpPr>
        <dsp:cNvPr id="0" name=""/>
        <dsp:cNvSpPr/>
      </dsp:nvSpPr>
      <dsp:spPr>
        <a:xfrm>
          <a:off x="295926" y="1447541"/>
          <a:ext cx="538048" cy="53804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FFC4394-BE5A-4D85-9ABA-053E30AE7732}">
      <dsp:nvSpPr>
        <dsp:cNvPr id="0" name=""/>
        <dsp:cNvSpPr/>
      </dsp:nvSpPr>
      <dsp:spPr>
        <a:xfrm>
          <a:off x="1129902" y="1227431"/>
          <a:ext cx="5171698" cy="9782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3534" tIns="103534" rIns="103534" bIns="103534" numCol="1" spcCol="1270" anchor="ctr" anchorCtr="0">
          <a:noAutofit/>
        </a:bodyPr>
        <a:lstStyle/>
        <a:p>
          <a:pPr marL="0" lvl="0" indent="0" algn="l" defTabSz="844550">
            <a:lnSpc>
              <a:spcPct val="90000"/>
            </a:lnSpc>
            <a:spcBef>
              <a:spcPct val="0"/>
            </a:spcBef>
            <a:spcAft>
              <a:spcPct val="35000"/>
            </a:spcAft>
            <a:buNone/>
          </a:pPr>
          <a:r>
            <a:rPr lang="en-US" sz="1900" kern="1200"/>
            <a:t>Use case diagrams show user interactions.</a:t>
          </a:r>
        </a:p>
      </dsp:txBody>
      <dsp:txXfrm>
        <a:off x="1129902" y="1227431"/>
        <a:ext cx="5171698" cy="978270"/>
      </dsp:txXfrm>
    </dsp:sp>
    <dsp:sp modelId="{02ACCEB8-21A5-4EC5-87B5-319A596C58DD}">
      <dsp:nvSpPr>
        <dsp:cNvPr id="0" name=""/>
        <dsp:cNvSpPr/>
      </dsp:nvSpPr>
      <dsp:spPr>
        <a:xfrm>
          <a:off x="0" y="2450269"/>
          <a:ext cx="6301601" cy="97827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2AD84FC-B3D7-4411-A1A0-6DB5BA30ACC0}">
      <dsp:nvSpPr>
        <dsp:cNvPr id="0" name=""/>
        <dsp:cNvSpPr/>
      </dsp:nvSpPr>
      <dsp:spPr>
        <a:xfrm>
          <a:off x="295926" y="2670380"/>
          <a:ext cx="538048" cy="53804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FF9BD3A-C125-4747-9194-15CC49AC75D2}">
      <dsp:nvSpPr>
        <dsp:cNvPr id="0" name=""/>
        <dsp:cNvSpPr/>
      </dsp:nvSpPr>
      <dsp:spPr>
        <a:xfrm>
          <a:off x="1129902" y="2450269"/>
          <a:ext cx="5171698" cy="9782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3534" tIns="103534" rIns="103534" bIns="103534" numCol="1" spcCol="1270" anchor="ctr" anchorCtr="0">
          <a:noAutofit/>
        </a:bodyPr>
        <a:lstStyle/>
        <a:p>
          <a:pPr marL="0" lvl="0" indent="0" algn="l" defTabSz="844550">
            <a:lnSpc>
              <a:spcPct val="90000"/>
            </a:lnSpc>
            <a:spcBef>
              <a:spcPct val="0"/>
            </a:spcBef>
            <a:spcAft>
              <a:spcPct val="35000"/>
            </a:spcAft>
            <a:buNone/>
          </a:pPr>
          <a:r>
            <a:rPr lang="en-US" sz="1900" kern="1200"/>
            <a:t>Class diagrams define data and relationships.</a:t>
          </a:r>
        </a:p>
      </dsp:txBody>
      <dsp:txXfrm>
        <a:off x="1129902" y="2450269"/>
        <a:ext cx="5171698" cy="978270"/>
      </dsp:txXfrm>
    </dsp:sp>
    <dsp:sp modelId="{89EA485A-42B3-4AB6-91FB-41D3EA8F6A22}">
      <dsp:nvSpPr>
        <dsp:cNvPr id="0" name=""/>
        <dsp:cNvSpPr/>
      </dsp:nvSpPr>
      <dsp:spPr>
        <a:xfrm>
          <a:off x="0" y="3673107"/>
          <a:ext cx="6301601" cy="97827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710B848-47CC-4D1F-A036-AE9E7985F57C}">
      <dsp:nvSpPr>
        <dsp:cNvPr id="0" name=""/>
        <dsp:cNvSpPr/>
      </dsp:nvSpPr>
      <dsp:spPr>
        <a:xfrm>
          <a:off x="295926" y="3893218"/>
          <a:ext cx="538048" cy="53804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9ADCB61-A4EA-454B-AA45-6C64E372182A}">
      <dsp:nvSpPr>
        <dsp:cNvPr id="0" name=""/>
        <dsp:cNvSpPr/>
      </dsp:nvSpPr>
      <dsp:spPr>
        <a:xfrm>
          <a:off x="1129902" y="3673107"/>
          <a:ext cx="5171698" cy="9782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3534" tIns="103534" rIns="103534" bIns="103534" numCol="1" spcCol="1270" anchor="ctr" anchorCtr="0">
          <a:noAutofit/>
        </a:bodyPr>
        <a:lstStyle/>
        <a:p>
          <a:pPr marL="0" lvl="0" indent="0" algn="l" defTabSz="844550">
            <a:lnSpc>
              <a:spcPct val="90000"/>
            </a:lnSpc>
            <a:spcBef>
              <a:spcPct val="0"/>
            </a:spcBef>
            <a:spcAft>
              <a:spcPct val="35000"/>
            </a:spcAft>
            <a:buNone/>
          </a:pPr>
          <a:r>
            <a:rPr lang="en-US" sz="1900" kern="1200"/>
            <a:t>Sequence diagrams illustrate process flows.</a:t>
          </a:r>
        </a:p>
      </dsp:txBody>
      <dsp:txXfrm>
        <a:off x="1129902" y="3673107"/>
        <a:ext cx="5171698" cy="978270"/>
      </dsp:txXfrm>
    </dsp:sp>
    <dsp:sp modelId="{DC74F130-4933-4066-B2B8-527F9B1937CE}">
      <dsp:nvSpPr>
        <dsp:cNvPr id="0" name=""/>
        <dsp:cNvSpPr/>
      </dsp:nvSpPr>
      <dsp:spPr>
        <a:xfrm>
          <a:off x="0" y="4895945"/>
          <a:ext cx="6301601" cy="97827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E42C80E-EFB0-4001-A32F-681D4D209417}">
      <dsp:nvSpPr>
        <dsp:cNvPr id="0" name=""/>
        <dsp:cNvSpPr/>
      </dsp:nvSpPr>
      <dsp:spPr>
        <a:xfrm>
          <a:off x="295926" y="5116056"/>
          <a:ext cx="538048" cy="53804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1A66C21-B515-4506-9F5C-0D6D2DD9BABA}">
      <dsp:nvSpPr>
        <dsp:cNvPr id="0" name=""/>
        <dsp:cNvSpPr/>
      </dsp:nvSpPr>
      <dsp:spPr>
        <a:xfrm>
          <a:off x="1129902" y="4895945"/>
          <a:ext cx="5171698" cy="9782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3534" tIns="103534" rIns="103534" bIns="103534" numCol="1" spcCol="1270" anchor="ctr" anchorCtr="0">
          <a:noAutofit/>
        </a:bodyPr>
        <a:lstStyle/>
        <a:p>
          <a:pPr marL="0" lvl="0" indent="0" algn="l" defTabSz="844550">
            <a:lnSpc>
              <a:spcPct val="90000"/>
            </a:lnSpc>
            <a:spcBef>
              <a:spcPct val="0"/>
            </a:spcBef>
            <a:spcAft>
              <a:spcPct val="35000"/>
            </a:spcAft>
            <a:buNone/>
          </a:pPr>
          <a:r>
            <a:rPr lang="en-US" sz="1900" kern="1200"/>
            <a:t>UML aligns design with user stories.</a:t>
          </a:r>
        </a:p>
      </dsp:txBody>
      <dsp:txXfrm>
        <a:off x="1129902" y="4895945"/>
        <a:ext cx="5171698" cy="978270"/>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2DAC90C-80BF-449A-AF44-BE4D266E5ACC}">
      <dsp:nvSpPr>
        <dsp:cNvPr id="0" name=""/>
        <dsp:cNvSpPr/>
      </dsp:nvSpPr>
      <dsp:spPr>
        <a:xfrm>
          <a:off x="2852249" y="1527319"/>
          <a:ext cx="625524" cy="91440"/>
        </a:xfrm>
        <a:custGeom>
          <a:avLst/>
          <a:gdLst/>
          <a:ahLst/>
          <a:cxnLst/>
          <a:rect l="0" t="0" r="0" b="0"/>
          <a:pathLst>
            <a:path>
              <a:moveTo>
                <a:pt x="0" y="45720"/>
              </a:moveTo>
              <a:lnTo>
                <a:pt x="234334" y="45720"/>
              </a:lnTo>
            </a:path>
            <a:path>
              <a:moveTo>
                <a:pt x="391189" y="45720"/>
              </a:moveTo>
              <a:lnTo>
                <a:pt x="625524" y="45720"/>
              </a:lnTo>
            </a:path>
          </a:pathLst>
        </a:custGeom>
        <a:noFill/>
        <a:ln w="9525" cap="flat" cmpd="sng" algn="ctr">
          <a:solidFill>
            <a:schemeClr val="accent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89000">
            <a:lnSpc>
              <a:spcPct val="90000"/>
            </a:lnSpc>
            <a:spcBef>
              <a:spcPct val="0"/>
            </a:spcBef>
            <a:spcAft>
              <a:spcPct val="35000"/>
            </a:spcAft>
            <a:buNone/>
          </a:pPr>
          <a:r>
            <a:rPr lang="en-US" sz="2000" kern="1200"/>
            <a:t>1</a:t>
          </a:r>
        </a:p>
      </dsp:txBody>
      <dsp:txXfrm>
        <a:off x="3086584" y="1430640"/>
        <a:ext cx="156854" cy="284798"/>
      </dsp:txXfrm>
    </dsp:sp>
    <dsp:sp modelId="{276147D5-EA53-47BB-843F-9DB2DF7D96F5}">
      <dsp:nvSpPr>
        <dsp:cNvPr id="0" name=""/>
        <dsp:cNvSpPr/>
      </dsp:nvSpPr>
      <dsp:spPr>
        <a:xfrm>
          <a:off x="1336" y="717225"/>
          <a:ext cx="2852713" cy="1711628"/>
        </a:xfrm>
        <a:prstGeom prst="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85" tIns="146729" rIns="139785" bIns="146729" numCol="1" spcCol="1270" anchor="ctr" anchorCtr="0">
          <a:noAutofit/>
        </a:bodyPr>
        <a:lstStyle/>
        <a:p>
          <a:pPr marL="0" lvl="0" indent="0" algn="ctr" defTabSz="1111250">
            <a:lnSpc>
              <a:spcPct val="90000"/>
            </a:lnSpc>
            <a:spcBef>
              <a:spcPct val="0"/>
            </a:spcBef>
            <a:spcAft>
              <a:spcPct val="35000"/>
            </a:spcAft>
            <a:buNone/>
          </a:pPr>
          <a:r>
            <a:rPr lang="en-US" sz="2500" kern="1200"/>
            <a:t>Draw a use case diagram for a food delivery app.</a:t>
          </a:r>
        </a:p>
      </dsp:txBody>
      <dsp:txXfrm>
        <a:off x="1336" y="717225"/>
        <a:ext cx="2852713" cy="1711628"/>
      </dsp:txXfrm>
    </dsp:sp>
    <dsp:sp modelId="{BC553D1E-E156-4CB6-9229-8EC652309B16}">
      <dsp:nvSpPr>
        <dsp:cNvPr id="0" name=""/>
        <dsp:cNvSpPr/>
      </dsp:nvSpPr>
      <dsp:spPr>
        <a:xfrm>
          <a:off x="1427693" y="2427053"/>
          <a:ext cx="3508837" cy="625524"/>
        </a:xfrm>
        <a:custGeom>
          <a:avLst/>
          <a:gdLst/>
          <a:ahLst/>
          <a:cxnLst/>
          <a:rect l="0" t="0" r="0" b="0"/>
          <a:pathLst>
            <a:path>
              <a:moveTo>
                <a:pt x="3508837" y="0"/>
              </a:moveTo>
              <a:lnTo>
                <a:pt x="3508837" y="329862"/>
              </a:lnTo>
              <a:lnTo>
                <a:pt x="0" y="329862"/>
              </a:lnTo>
              <a:lnTo>
                <a:pt x="0" y="625524"/>
              </a:lnTo>
            </a:path>
          </a:pathLst>
        </a:custGeom>
        <a:noFill/>
        <a:ln w="9525" cap="flat" cmpd="sng" algn="ctr">
          <a:solidFill>
            <a:schemeClr val="accent2">
              <a:hueOff val="4681519"/>
              <a:satOff val="-5839"/>
              <a:lumOff val="1373"/>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89000">
            <a:lnSpc>
              <a:spcPct val="90000"/>
            </a:lnSpc>
            <a:spcBef>
              <a:spcPct val="0"/>
            </a:spcBef>
            <a:spcAft>
              <a:spcPct val="35000"/>
            </a:spcAft>
            <a:buNone/>
          </a:pPr>
          <a:r>
            <a:rPr lang="en-US" sz="2000" kern="1200"/>
            <a:t>2</a:t>
          </a:r>
        </a:p>
      </dsp:txBody>
      <dsp:txXfrm>
        <a:off x="3092870" y="2597416"/>
        <a:ext cx="178482" cy="284798"/>
      </dsp:txXfrm>
    </dsp:sp>
    <dsp:sp modelId="{B9745BE5-C047-42E7-8377-F5A0F0E24485}">
      <dsp:nvSpPr>
        <dsp:cNvPr id="0" name=""/>
        <dsp:cNvSpPr/>
      </dsp:nvSpPr>
      <dsp:spPr>
        <a:xfrm>
          <a:off x="3510174" y="717225"/>
          <a:ext cx="2852713" cy="1711628"/>
        </a:xfrm>
        <a:prstGeom prst="rect">
          <a:avLst/>
        </a:prstGeom>
        <a:solidFill>
          <a:schemeClr val="accent2">
            <a:hueOff val="2340759"/>
            <a:satOff val="-2919"/>
            <a:lumOff val="68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85" tIns="146729" rIns="139785" bIns="146729" numCol="1" spcCol="1270" anchor="ctr" anchorCtr="0">
          <a:noAutofit/>
        </a:bodyPr>
        <a:lstStyle/>
        <a:p>
          <a:pPr marL="0" lvl="0" indent="0" algn="ctr" defTabSz="1111250">
            <a:lnSpc>
              <a:spcPct val="90000"/>
            </a:lnSpc>
            <a:spcBef>
              <a:spcPct val="0"/>
            </a:spcBef>
            <a:spcAft>
              <a:spcPct val="35000"/>
            </a:spcAft>
            <a:buNone/>
          </a:pPr>
          <a:r>
            <a:rPr lang="en-US" sz="2500" kern="1200"/>
            <a:t>Create a class diagram for users, orders, and restaurants.</a:t>
          </a:r>
        </a:p>
      </dsp:txBody>
      <dsp:txXfrm>
        <a:off x="3510174" y="717225"/>
        <a:ext cx="2852713" cy="1711628"/>
      </dsp:txXfrm>
    </dsp:sp>
    <dsp:sp modelId="{ED6E0652-D8F0-4F6F-B45D-CFAD6F9DD44A}">
      <dsp:nvSpPr>
        <dsp:cNvPr id="0" name=""/>
        <dsp:cNvSpPr/>
      </dsp:nvSpPr>
      <dsp:spPr>
        <a:xfrm>
          <a:off x="1336" y="3084978"/>
          <a:ext cx="2852713" cy="1711628"/>
        </a:xfrm>
        <a:prstGeom prst="rect">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85" tIns="146729" rIns="139785" bIns="146729" numCol="1" spcCol="1270" anchor="ctr" anchorCtr="0">
          <a:noAutofit/>
        </a:bodyPr>
        <a:lstStyle/>
        <a:p>
          <a:pPr marL="0" lvl="0" indent="0" algn="ctr" defTabSz="1111250">
            <a:lnSpc>
              <a:spcPct val="90000"/>
            </a:lnSpc>
            <a:spcBef>
              <a:spcPct val="0"/>
            </a:spcBef>
            <a:spcAft>
              <a:spcPct val="35000"/>
            </a:spcAft>
            <a:buNone/>
          </a:pPr>
          <a:r>
            <a:rPr lang="en-US" sz="2500" kern="1200"/>
            <a:t>Explain how your diagrams relate to user stories.</a:t>
          </a:r>
        </a:p>
      </dsp:txBody>
      <dsp:txXfrm>
        <a:off x="1336" y="3084978"/>
        <a:ext cx="2852713" cy="1711628"/>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5.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6.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7.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8.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9.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0.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2.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07F2FB3-94B0-48F6-8E0D-A94F469A7C4C}" type="datetimeFigureOut">
              <a:rPr lang="en-GB" smtClean="0"/>
              <a:t>21/04/2026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5250800-5EBC-4B56-89B9-99D0F121FA39}" type="slidenum">
              <a:rPr lang="en-GB" smtClean="0"/>
              <a:t>‹#›</a:t>
            </a:fld>
            <a:endParaRPr lang="en-GB"/>
          </a:p>
        </p:txBody>
      </p:sp>
    </p:spTree>
    <p:extLst>
      <p:ext uri="{BB962C8B-B14F-4D97-AF65-F5344CB8AC3E}">
        <p14:creationId xmlns:p14="http://schemas.microsoft.com/office/powerpoint/2010/main" val="28177711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288" y="769938"/>
            <a:ext cx="6616700" cy="3722687"/>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591ACF1-2815-4BBE-B2A5-27D4E810855B}" type="slidenum">
              <a:rPr lang="en-GB" smtClean="0"/>
              <a:t>12</a:t>
            </a:fld>
            <a:endParaRPr lang="en-GB"/>
          </a:p>
        </p:txBody>
      </p:sp>
    </p:spTree>
    <p:extLst>
      <p:ext uri="{BB962C8B-B14F-4D97-AF65-F5344CB8AC3E}">
        <p14:creationId xmlns:p14="http://schemas.microsoft.com/office/powerpoint/2010/main" val="15745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47810" name="Rectangle 2"/>
          <p:cNvSpPr>
            <a:spLocks noGrp="1" noChangeArrowheads="1"/>
          </p:cNvSpPr>
          <p:nvPr>
            <p:ph type="body" idx="1"/>
          </p:nvPr>
        </p:nvSpPr>
        <p:spPr>
          <a:xfrm>
            <a:off x="600266" y="4783308"/>
            <a:ext cx="5627494" cy="4947407"/>
          </a:xfrm>
          <a:ln/>
          <a:extLst>
            <a:ext uri="{91240B29-F687-4F45-9708-019B960494DF}">
              <a14:hiddenLine xmlns:a14="http://schemas.microsoft.com/office/drawing/2010/main" w="12700">
                <a:solidFill>
                  <a:srgbClr val="000000"/>
                </a:solidFill>
                <a:miter lim="800000"/>
                <a:headEnd/>
                <a:tailEnd/>
              </a14:hiddenLine>
            </a:ext>
          </a:extLst>
        </p:spPr>
        <p:txBody>
          <a:bodyPr lIns="86260" tIns="43130" rIns="86260" bIns="43130">
            <a:spAutoFit/>
          </a:bodyPr>
          <a:lstStyle/>
          <a:p>
            <a:pPr defTabSz="739775"/>
            <a:r>
              <a:rPr lang="en-GB" altLang="en-US" dirty="0"/>
              <a:t>Why do we build models? Simply because they are cheaper than building the real thing. </a:t>
            </a:r>
          </a:p>
          <a:p>
            <a:pPr defTabSz="739775"/>
            <a:r>
              <a:rPr lang="en-GB" altLang="en-US" dirty="0"/>
              <a:t>Models have been built in many industries in order to ensure the success of the final product.  Builders of aeroplanes model the aerodynamic behaviour of planes before committing to construction.  Architects draw blueprints of floor layouts, and build scale models of houses, shops and office buildings before the construction crew start implementing the reality in bricks and mortar.  UML’s view of a model is based on that of OMT; it is an abstraction of something for the purpose of understanding it before building it. </a:t>
            </a:r>
          </a:p>
          <a:p>
            <a:pPr defTabSz="739775"/>
            <a:r>
              <a:rPr lang="en-GB" altLang="en-US" dirty="0"/>
              <a:t>Models are essential firstly for customer communication and secondly for team understanding.  Having a common reference of what is being described helps in most aspects of development, but it is particularly important in system development, where we are often creating things that have no physical comparison.  Having a common language to communicate and criticise ideas is probably the most important aspect of a development method.  The visualisation of what a system may do, before years of code have been developed, can substantially increase the quality of systems and code. </a:t>
            </a:r>
          </a:p>
          <a:p>
            <a:pPr defTabSz="739775"/>
            <a:r>
              <a:rPr lang="en-GB" altLang="en-US" dirty="0"/>
              <a:t>The human mind can only deal with a small number of concepts at once, then quickly forgets the decisions and ideas developed.  Managing, scoping and documenting complexity is a primary goal.  Most systems being developed today are too complex to understand directly.  UML models reduce complexity by separating out a small number of important things to deal with at a time.  This is done using a range of models and development phases, where the attention can be focused on the important issues at that point in the development. </a:t>
            </a:r>
          </a:p>
          <a:p>
            <a:pPr defTabSz="739775"/>
            <a:endParaRPr lang="en-GB" altLang="en-US" dirty="0"/>
          </a:p>
        </p:txBody>
      </p:sp>
      <p:sp>
        <p:nvSpPr>
          <p:cNvPr id="247811" name="Rectangle 3"/>
          <p:cNvSpPr>
            <a:spLocks noGrp="1" noRot="1" noChangeAspect="1" noChangeArrowheads="1" noTextEdit="1"/>
          </p:cNvSpPr>
          <p:nvPr>
            <p:ph type="sldImg"/>
          </p:nvPr>
        </p:nvSpPr>
        <p:spPr>
          <a:xfrm>
            <a:off x="-87313" y="744538"/>
            <a:ext cx="6937376" cy="3903662"/>
          </a:xfrm>
          <a:ln/>
        </p:spPr>
      </p:sp>
    </p:spTree>
    <p:extLst>
      <p:ext uri="{BB962C8B-B14F-4D97-AF65-F5344CB8AC3E}">
        <p14:creationId xmlns:p14="http://schemas.microsoft.com/office/powerpoint/2010/main" val="18683694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3938" name="Rectangle 2"/>
          <p:cNvSpPr>
            <a:spLocks noGrp="1" noRot="1" noChangeAspect="1" noChangeArrowheads="1" noTextEdit="1"/>
          </p:cNvSpPr>
          <p:nvPr>
            <p:ph type="sldImg"/>
          </p:nvPr>
        </p:nvSpPr>
        <p:spPr>
          <a:xfrm>
            <a:off x="-85725" y="744538"/>
            <a:ext cx="6938963" cy="3903662"/>
          </a:xfrm>
          <a:ln/>
        </p:spPr>
      </p:sp>
      <p:sp>
        <p:nvSpPr>
          <p:cNvPr id="423939" name="Rectangle 3"/>
          <p:cNvSpPr>
            <a:spLocks noGrp="1" noChangeArrowheads="1"/>
          </p:cNvSpPr>
          <p:nvPr>
            <p:ph type="body" idx="1"/>
          </p:nvPr>
        </p:nvSpPr>
        <p:spPr>
          <a:xfrm>
            <a:off x="700843" y="4783309"/>
            <a:ext cx="5526917" cy="520014"/>
          </a:xfrm>
          <a:noFill/>
          <a:ln/>
        </p:spPr>
        <p:txBody>
          <a:bodyPr lIns="88900" tIns="44450" rIns="88900" bIns="44450">
            <a:spAutoFit/>
          </a:bodyPr>
          <a:lstStyle/>
          <a:p>
            <a:pPr defTabSz="739775"/>
            <a:r>
              <a:rPr lang="en-GB" b="1">
                <a:solidFill>
                  <a:srgbClr val="000000"/>
                </a:solidFill>
                <a:latin typeface="Courier New" pitchFamily="49" charset="0"/>
              </a:rPr>
              <a:t>    </a:t>
            </a:r>
          </a:p>
          <a:p>
            <a:pPr defTabSz="739775"/>
            <a:endParaRPr lang="en-GB">
              <a:latin typeface="Courier New" pitchFamily="49" charset="0"/>
            </a:endParaRPr>
          </a:p>
        </p:txBody>
      </p:sp>
      <p:sp>
        <p:nvSpPr>
          <p:cNvPr id="423940" name="Rectangle 4"/>
          <p:cNvSpPr>
            <a:spLocks noChangeArrowheads="1"/>
          </p:cNvSpPr>
          <p:nvPr/>
        </p:nvSpPr>
        <p:spPr bwMode="auto">
          <a:xfrm>
            <a:off x="589092" y="4750003"/>
            <a:ext cx="5910066" cy="1613262"/>
          </a:xfrm>
          <a:prstGeom prst="rect">
            <a:avLst/>
          </a:prstGeom>
          <a:noFill/>
          <a:ln w="9525">
            <a:noFill/>
            <a:miter lim="800000"/>
            <a:headEnd/>
            <a:tailEnd/>
          </a:ln>
          <a:effectLst/>
        </p:spPr>
        <p:txBody>
          <a:bodyPr lIns="88900" tIns="44450" rIns="88900" bIns="44450">
            <a:spAutoFit/>
          </a:bodyPr>
          <a:lstStyle/>
          <a:p>
            <a:pPr algn="just" defTabSz="739775">
              <a:spcBef>
                <a:spcPct val="25000"/>
              </a:spcBef>
            </a:pPr>
            <a:r>
              <a:rPr lang="en-GB" sz="1200">
                <a:solidFill>
                  <a:srgbClr val="000000"/>
                </a:solidFill>
              </a:rPr>
              <a:t>Interfaces can be replaced graphically by a named circle.  The definition of the interface is defined elsewhere, either graphically or in the repository of a CASE Tool.  </a:t>
            </a:r>
          </a:p>
          <a:p>
            <a:pPr algn="just" defTabSz="739775">
              <a:spcBef>
                <a:spcPct val="25000"/>
              </a:spcBef>
            </a:pPr>
            <a:endParaRPr lang="en-GB" sz="1200" b="1">
              <a:solidFill>
                <a:srgbClr val="000000"/>
              </a:solidFill>
            </a:endParaRPr>
          </a:p>
          <a:p>
            <a:pPr algn="just" defTabSz="739775">
              <a:spcBef>
                <a:spcPct val="25000"/>
              </a:spcBef>
            </a:pPr>
            <a:endParaRPr lang="en-GB" sz="1200">
              <a:solidFill>
                <a:srgbClr val="000000"/>
              </a:solidFill>
            </a:endParaRPr>
          </a:p>
          <a:p>
            <a:pPr algn="just" defTabSz="739775">
              <a:spcBef>
                <a:spcPct val="25000"/>
              </a:spcBef>
            </a:pPr>
            <a:endParaRPr lang="en-GB" sz="1200">
              <a:solidFill>
                <a:srgbClr val="000000"/>
              </a:solidFill>
            </a:endParaRPr>
          </a:p>
          <a:p>
            <a:pPr algn="just" defTabSz="739775">
              <a:spcBef>
                <a:spcPct val="25000"/>
              </a:spcBef>
            </a:pPr>
            <a:endParaRPr lang="en-GB" sz="1200" b="1">
              <a:solidFill>
                <a:srgbClr val="000000"/>
              </a:solidFill>
              <a:latin typeface="Courier New" pitchFamily="49" charset="0"/>
            </a:endParaRPr>
          </a:p>
          <a:p>
            <a:pPr algn="just" defTabSz="739775">
              <a:spcBef>
                <a:spcPct val="25000"/>
              </a:spcBef>
            </a:pPr>
            <a:endParaRPr lang="en-GB" sz="1200">
              <a:latin typeface="Courier New" pitchFamily="49" charset="0"/>
            </a:endParaRPr>
          </a:p>
        </p:txBody>
      </p:sp>
    </p:spTree>
    <p:extLst>
      <p:ext uri="{BB962C8B-B14F-4D97-AF65-F5344CB8AC3E}">
        <p14:creationId xmlns:p14="http://schemas.microsoft.com/office/powerpoint/2010/main" val="2139604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4178" name="Rectangle 2"/>
          <p:cNvSpPr>
            <a:spLocks noGrp="1" noRot="1" noChangeAspect="1" noChangeArrowheads="1" noTextEdit="1"/>
          </p:cNvSpPr>
          <p:nvPr>
            <p:ph type="sldImg"/>
          </p:nvPr>
        </p:nvSpPr>
        <p:spPr>
          <a:xfrm>
            <a:off x="-85725" y="744538"/>
            <a:ext cx="6938963" cy="3903662"/>
          </a:xfrm>
          <a:ln/>
        </p:spPr>
      </p:sp>
      <p:sp>
        <p:nvSpPr>
          <p:cNvPr id="434179" name="Rectangle 3"/>
          <p:cNvSpPr>
            <a:spLocks noGrp="1" noChangeArrowheads="1"/>
          </p:cNvSpPr>
          <p:nvPr>
            <p:ph type="body" idx="1"/>
          </p:nvPr>
        </p:nvSpPr>
        <p:spPr>
          <a:xfrm>
            <a:off x="700843" y="4783308"/>
            <a:ext cx="5526917" cy="463846"/>
          </a:xfrm>
          <a:ln/>
        </p:spPr>
        <p:txBody>
          <a:bodyPr>
            <a:spAutoFit/>
          </a:bodyPr>
          <a:lstStyle/>
          <a:p>
            <a:pPr defTabSz="739775"/>
            <a:r>
              <a:rPr lang="en-US"/>
              <a:t>There are many concepts that we use in everyday life that certainly never manifest themselves as objects – they are just concepts.</a:t>
            </a:r>
          </a:p>
        </p:txBody>
      </p:sp>
    </p:spTree>
    <p:extLst>
      <p:ext uri="{BB962C8B-B14F-4D97-AF65-F5344CB8AC3E}">
        <p14:creationId xmlns:p14="http://schemas.microsoft.com/office/powerpoint/2010/main" val="8722444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6226" name="Rectangle 2"/>
          <p:cNvSpPr>
            <a:spLocks noGrp="1" noRot="1" noChangeAspect="1" noChangeArrowheads="1" noTextEdit="1"/>
          </p:cNvSpPr>
          <p:nvPr>
            <p:ph type="sldImg"/>
          </p:nvPr>
        </p:nvSpPr>
        <p:spPr>
          <a:xfrm>
            <a:off x="-85725" y="744538"/>
            <a:ext cx="6938963" cy="3903662"/>
          </a:xfrm>
          <a:ln/>
        </p:spPr>
      </p:sp>
      <p:sp>
        <p:nvSpPr>
          <p:cNvPr id="436227" name="Rectangle 3"/>
          <p:cNvSpPr>
            <a:spLocks noGrp="1" noChangeArrowheads="1"/>
          </p:cNvSpPr>
          <p:nvPr>
            <p:ph type="body" idx="1"/>
          </p:nvPr>
        </p:nvSpPr>
        <p:spPr>
          <a:xfrm>
            <a:off x="700843" y="4783308"/>
            <a:ext cx="5526917" cy="1324338"/>
          </a:xfrm>
          <a:ln/>
        </p:spPr>
        <p:txBody>
          <a:bodyPr>
            <a:spAutoFit/>
          </a:bodyPr>
          <a:lstStyle/>
          <a:p>
            <a:pPr defTabSz="739775"/>
            <a:r>
              <a:rPr lang="en-GB" dirty="0"/>
              <a:t>To the client there is absolutely no difference. The client has no awareness of how the </a:t>
            </a:r>
            <a:r>
              <a:rPr lang="en-GB" dirty="0" err="1"/>
              <a:t>CheckAccount</a:t>
            </a:r>
            <a:r>
              <a:rPr lang="en-GB" dirty="0"/>
              <a:t> object may be built.</a:t>
            </a:r>
          </a:p>
          <a:p>
            <a:pPr defTabSz="739775"/>
            <a:r>
              <a:rPr lang="en-GB" dirty="0"/>
              <a:t>If the </a:t>
            </a:r>
            <a:r>
              <a:rPr lang="en-GB" dirty="0" err="1"/>
              <a:t>CheckAccount</a:t>
            </a:r>
            <a:r>
              <a:rPr lang="en-GB" dirty="0"/>
              <a:t> object happens to be built using inheritance, then the author of the </a:t>
            </a:r>
            <a:r>
              <a:rPr lang="en-GB" dirty="0" err="1"/>
              <a:t>CheckAccount</a:t>
            </a:r>
            <a:r>
              <a:rPr lang="en-GB" dirty="0"/>
              <a:t> just programs by difference.</a:t>
            </a:r>
          </a:p>
          <a:p>
            <a:pPr defTabSz="739775"/>
            <a:r>
              <a:rPr lang="en-GB" dirty="0"/>
              <a:t>If the </a:t>
            </a:r>
            <a:r>
              <a:rPr lang="en-GB" dirty="0" err="1"/>
              <a:t>CheckAccount</a:t>
            </a:r>
            <a:r>
              <a:rPr lang="en-GB" dirty="0"/>
              <a:t> is built using just interface, then the author has to put in the code.</a:t>
            </a:r>
          </a:p>
        </p:txBody>
      </p:sp>
    </p:spTree>
    <p:extLst>
      <p:ext uri="{BB962C8B-B14F-4D97-AF65-F5344CB8AC3E}">
        <p14:creationId xmlns:p14="http://schemas.microsoft.com/office/powerpoint/2010/main" val="29961987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376" name="Rectangle 8"/>
          <p:cNvSpPr>
            <a:spLocks noGrp="1" noRot="1" noChangeAspect="1" noChangeArrowheads="1" noTextEdit="1"/>
          </p:cNvSpPr>
          <p:nvPr>
            <p:ph type="sldImg"/>
          </p:nvPr>
        </p:nvSpPr>
        <p:spPr>
          <a:xfrm>
            <a:off x="-85725" y="744538"/>
            <a:ext cx="6938963" cy="3903662"/>
          </a:xfrm>
          <a:ln/>
        </p:spPr>
      </p:sp>
      <p:sp>
        <p:nvSpPr>
          <p:cNvPr id="442377" name="Rectangle 9"/>
          <p:cNvSpPr>
            <a:spLocks noGrp="1" noChangeArrowheads="1"/>
          </p:cNvSpPr>
          <p:nvPr>
            <p:ph type="body" idx="1"/>
          </p:nvPr>
        </p:nvSpPr>
        <p:spPr>
          <a:xfrm>
            <a:off x="700843" y="4783309"/>
            <a:ext cx="5526917" cy="1078758"/>
          </a:xfrm>
          <a:ln/>
        </p:spPr>
        <p:txBody>
          <a:bodyPr>
            <a:spAutoFit/>
          </a:bodyPr>
          <a:lstStyle/>
          <a:p>
            <a:pPr defTabSz="739775"/>
            <a:endParaRPr lang="en-GB" dirty="0"/>
          </a:p>
        </p:txBody>
      </p:sp>
    </p:spTree>
    <p:extLst>
      <p:ext uri="{BB962C8B-B14F-4D97-AF65-F5344CB8AC3E}">
        <p14:creationId xmlns:p14="http://schemas.microsoft.com/office/powerpoint/2010/main" val="17253341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376" name="Rectangle 8"/>
          <p:cNvSpPr>
            <a:spLocks noGrp="1" noRot="1" noChangeAspect="1" noChangeArrowheads="1" noTextEdit="1"/>
          </p:cNvSpPr>
          <p:nvPr>
            <p:ph type="sldImg"/>
          </p:nvPr>
        </p:nvSpPr>
        <p:spPr>
          <a:xfrm>
            <a:off x="-85725" y="744538"/>
            <a:ext cx="6938963" cy="3903662"/>
          </a:xfrm>
          <a:ln/>
        </p:spPr>
      </p:sp>
      <p:sp>
        <p:nvSpPr>
          <p:cNvPr id="442377" name="Rectangle 9"/>
          <p:cNvSpPr>
            <a:spLocks noGrp="1" noChangeArrowheads="1"/>
          </p:cNvSpPr>
          <p:nvPr>
            <p:ph type="body" idx="1"/>
          </p:nvPr>
        </p:nvSpPr>
        <p:spPr>
          <a:xfrm>
            <a:off x="700843" y="4783309"/>
            <a:ext cx="5526917" cy="1078758"/>
          </a:xfrm>
          <a:ln/>
        </p:spPr>
        <p:txBody>
          <a:bodyPr>
            <a:spAutoFit/>
          </a:bodyPr>
          <a:lstStyle/>
          <a:p>
            <a:pPr defTabSz="739775"/>
            <a:endParaRPr lang="en-GB" dirty="0"/>
          </a:p>
        </p:txBody>
      </p:sp>
    </p:spTree>
    <p:extLst>
      <p:ext uri="{BB962C8B-B14F-4D97-AF65-F5344CB8AC3E}">
        <p14:creationId xmlns:p14="http://schemas.microsoft.com/office/powerpoint/2010/main" val="1401357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4424" name="Rectangle 8"/>
          <p:cNvSpPr>
            <a:spLocks noGrp="1" noRot="1" noChangeAspect="1" noChangeArrowheads="1" noTextEdit="1"/>
          </p:cNvSpPr>
          <p:nvPr>
            <p:ph type="sldImg"/>
          </p:nvPr>
        </p:nvSpPr>
        <p:spPr>
          <a:xfrm>
            <a:off x="-85725" y="744538"/>
            <a:ext cx="6938963" cy="3903662"/>
          </a:xfrm>
          <a:ln/>
        </p:spPr>
      </p:sp>
      <p:sp>
        <p:nvSpPr>
          <p:cNvPr id="444425" name="Rectangle 9"/>
          <p:cNvSpPr>
            <a:spLocks noGrp="1" noChangeArrowheads="1"/>
          </p:cNvSpPr>
          <p:nvPr>
            <p:ph type="body" idx="1"/>
          </p:nvPr>
        </p:nvSpPr>
        <p:spPr>
          <a:xfrm>
            <a:off x="700843" y="4783308"/>
            <a:ext cx="5526917" cy="4332213"/>
          </a:xfrm>
          <a:ln/>
        </p:spPr>
        <p:txBody>
          <a:bodyPr>
            <a:spAutoFit/>
          </a:bodyPr>
          <a:lstStyle/>
          <a:p>
            <a:pPr algn="l" defTabSz="739775">
              <a:lnSpc>
                <a:spcPct val="90000"/>
              </a:lnSpc>
            </a:pPr>
            <a:r>
              <a:rPr lang="en-GB" dirty="0"/>
              <a:t>The diamond is shown next to the class designated as the whole.  The other object is the part.  There is no need for an association name or role names; the aggregation defines that the whole 'is made up of', or 'contains', or 'has' the parts, and the parts 'are part of', 'are contained by' or 'belong to' the whole.</a:t>
            </a:r>
          </a:p>
          <a:p>
            <a:pPr algn="l" defTabSz="739775">
              <a:lnSpc>
                <a:spcPct val="90000"/>
              </a:lnSpc>
            </a:pPr>
            <a:r>
              <a:rPr lang="en-GB" dirty="0"/>
              <a:t>In an example of a Car to Chassis relationship, there is aggregation, because:</a:t>
            </a:r>
          </a:p>
          <a:p>
            <a:pPr algn="l" defTabSz="739775">
              <a:lnSpc>
                <a:spcPct val="90000"/>
              </a:lnSpc>
            </a:pPr>
            <a:r>
              <a:rPr lang="en-GB" dirty="0"/>
              <a:t>There is a whole-part relationship; the Car is a whole, the chassis part of it.</a:t>
            </a:r>
          </a:p>
          <a:p>
            <a:pPr algn="l" defTabSz="739775">
              <a:lnSpc>
                <a:spcPct val="90000"/>
              </a:lnSpc>
            </a:pPr>
            <a:r>
              <a:rPr lang="en-GB" dirty="0"/>
              <a:t>Chassis’ don't normally exist independently (except in a manufacturing situation).</a:t>
            </a:r>
          </a:p>
          <a:p>
            <a:pPr algn="l" defTabSz="739775">
              <a:lnSpc>
                <a:spcPct val="90000"/>
              </a:lnSpc>
            </a:pPr>
            <a:r>
              <a:rPr lang="en-GB" dirty="0"/>
              <a:t>If the Car is crushed in a junk yard, the Chassis would be crushed too.</a:t>
            </a:r>
          </a:p>
          <a:p>
            <a:pPr algn="l" defTabSz="739775">
              <a:lnSpc>
                <a:spcPct val="90000"/>
              </a:lnSpc>
            </a:pPr>
            <a:r>
              <a:rPr lang="en-GB" dirty="0"/>
              <a:t>To check a chassis number, you would first identify the Car.</a:t>
            </a:r>
          </a:p>
          <a:p>
            <a:pPr algn="l" defTabSz="739775">
              <a:lnSpc>
                <a:spcPct val="90000"/>
              </a:lnSpc>
            </a:pPr>
            <a:r>
              <a:rPr lang="en-GB" dirty="0"/>
              <a:t>If you drive the Car to Glasgow, the Chassis would go as well.</a:t>
            </a:r>
          </a:p>
          <a:p>
            <a:pPr algn="l" defTabSz="739775">
              <a:lnSpc>
                <a:spcPct val="90000"/>
              </a:lnSpc>
            </a:pPr>
            <a:endParaRPr lang="en-GB" dirty="0"/>
          </a:p>
          <a:p>
            <a:pPr algn="l" defTabSz="739775">
              <a:lnSpc>
                <a:spcPct val="90000"/>
              </a:lnSpc>
            </a:pPr>
            <a:r>
              <a:rPr lang="en-GB" dirty="0"/>
              <a:t>In an example of a Car to Driver relationship, there is not aggregation, because:</a:t>
            </a:r>
          </a:p>
          <a:p>
            <a:pPr algn="l" defTabSz="739775">
              <a:lnSpc>
                <a:spcPct val="90000"/>
              </a:lnSpc>
            </a:pPr>
            <a:r>
              <a:rPr lang="en-GB" dirty="0"/>
              <a:t>There is no whole-part relationship.</a:t>
            </a:r>
          </a:p>
          <a:p>
            <a:pPr algn="l" defTabSz="739775">
              <a:lnSpc>
                <a:spcPct val="90000"/>
              </a:lnSpc>
            </a:pPr>
            <a:r>
              <a:rPr lang="en-GB" dirty="0"/>
              <a:t>Each exists without the other.</a:t>
            </a:r>
          </a:p>
          <a:p>
            <a:pPr algn="l" defTabSz="739775">
              <a:lnSpc>
                <a:spcPct val="90000"/>
              </a:lnSpc>
            </a:pPr>
            <a:r>
              <a:rPr lang="en-GB" dirty="0"/>
              <a:t>Cars and Drivers are created and destroyed independently.</a:t>
            </a:r>
          </a:p>
          <a:p>
            <a:pPr algn="l" defTabSz="739775">
              <a:lnSpc>
                <a:spcPct val="90000"/>
              </a:lnSpc>
            </a:pPr>
            <a:r>
              <a:rPr lang="en-GB" dirty="0"/>
              <a:t>Access to Cars is independent of access to drivers.</a:t>
            </a:r>
          </a:p>
          <a:p>
            <a:pPr algn="l" defTabSz="739775">
              <a:lnSpc>
                <a:spcPct val="90000"/>
              </a:lnSpc>
            </a:pPr>
            <a:r>
              <a:rPr lang="en-GB" dirty="0"/>
              <a:t>Although the Car may be driven to Glasgow, and the Driver would</a:t>
            </a:r>
          </a:p>
          <a:p>
            <a:pPr algn="l" defTabSz="739775">
              <a:lnSpc>
                <a:spcPct val="90000"/>
              </a:lnSpc>
            </a:pPr>
            <a:r>
              <a:rPr lang="en-GB" dirty="0"/>
              <a:t> probably go with it, the Driver could also take the train to Edinburgh.</a:t>
            </a:r>
          </a:p>
          <a:p>
            <a:pPr algn="l" defTabSz="739775">
              <a:lnSpc>
                <a:spcPct val="90000"/>
              </a:lnSpc>
            </a:pPr>
            <a:r>
              <a:rPr lang="en-GB" dirty="0"/>
              <a:t>	</a:t>
            </a:r>
          </a:p>
        </p:txBody>
      </p:sp>
    </p:spTree>
    <p:extLst>
      <p:ext uri="{BB962C8B-B14F-4D97-AF65-F5344CB8AC3E}">
        <p14:creationId xmlns:p14="http://schemas.microsoft.com/office/powerpoint/2010/main" val="30542673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6472" name="Rectangle 8"/>
          <p:cNvSpPr>
            <a:spLocks noGrp="1" noChangeArrowheads="1"/>
          </p:cNvSpPr>
          <p:nvPr>
            <p:ph type="body" idx="1"/>
          </p:nvPr>
        </p:nvSpPr>
        <p:spPr>
          <a:xfrm>
            <a:off x="700843" y="4783308"/>
            <a:ext cx="5526917" cy="271768"/>
          </a:xfrm>
          <a:ln/>
        </p:spPr>
        <p:txBody>
          <a:bodyPr lIns="86260" tIns="43130" rIns="86260" bIns="43130">
            <a:spAutoFit/>
          </a:bodyPr>
          <a:lstStyle/>
          <a:p>
            <a:pPr defTabSz="739775"/>
            <a:endParaRPr lang="en-US"/>
          </a:p>
        </p:txBody>
      </p:sp>
      <p:sp>
        <p:nvSpPr>
          <p:cNvPr id="446473" name="Rectangle 9"/>
          <p:cNvSpPr>
            <a:spLocks noGrp="1" noRot="1" noChangeAspect="1" noChangeArrowheads="1" noTextEdit="1"/>
          </p:cNvSpPr>
          <p:nvPr>
            <p:ph type="sldImg"/>
          </p:nvPr>
        </p:nvSpPr>
        <p:spPr>
          <a:xfrm>
            <a:off x="-85725" y="744538"/>
            <a:ext cx="6938963" cy="3903662"/>
          </a:xfrm>
          <a:ln/>
        </p:spPr>
      </p:sp>
    </p:spTree>
    <p:extLst>
      <p:ext uri="{BB962C8B-B14F-4D97-AF65-F5344CB8AC3E}">
        <p14:creationId xmlns:p14="http://schemas.microsoft.com/office/powerpoint/2010/main" val="151590876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usiness/Marketing - 1">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9"/>
            <a:ext cx="5322477" cy="2027835"/>
          </a:xfrm>
          <a:prstGeom prst="rect">
            <a:avLst/>
          </a:prstGeom>
          <a:ln>
            <a:noFill/>
          </a:ln>
        </p:spPr>
        <p:txBody>
          <a:bodyPr lIns="0" rIns="0" anchor="ctr">
            <a:noAutofit/>
          </a:bodyPr>
          <a:lstStyle>
            <a:lvl1pPr algn="l">
              <a:lnSpc>
                <a:spcPct val="100000"/>
              </a:lnSpc>
              <a:defRPr sz="2363" b="1">
                <a:solidFill>
                  <a:schemeClr val="bg1"/>
                </a:solidFill>
                <a:latin typeface="+mn-lt"/>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41" y="3236157"/>
            <a:ext cx="5289439" cy="863600"/>
          </a:xfrm>
          <a:prstGeom prst="rect">
            <a:avLst/>
          </a:prstGeom>
          <a:ln>
            <a:noFill/>
          </a:ln>
        </p:spPr>
        <p:txBody>
          <a:bodyPr lIns="0" rIns="0" anchor="t">
            <a:noAutofit/>
          </a:bodyPr>
          <a:lstStyle>
            <a:lvl1pPr marL="0" indent="0" algn="l">
              <a:buNone/>
              <a:defRPr sz="1350">
                <a:solidFill>
                  <a:schemeClr val="bg1"/>
                </a:solidFill>
              </a:defRPr>
            </a:lvl1pPr>
            <a:lvl2pPr marL="257175" indent="0" algn="ctr">
              <a:buNone/>
              <a:defRPr sz="1125"/>
            </a:lvl2pPr>
            <a:lvl3pPr marL="514350" indent="0" algn="ctr">
              <a:buNone/>
              <a:defRPr sz="1013"/>
            </a:lvl3pPr>
            <a:lvl4pPr marL="771525" indent="0" algn="ctr">
              <a:buNone/>
              <a:defRPr sz="900"/>
            </a:lvl4pPr>
            <a:lvl5pPr marL="1028700" indent="0" algn="ctr">
              <a:buNone/>
              <a:defRPr sz="900"/>
            </a:lvl5pPr>
            <a:lvl6pPr marL="1285875" indent="0" algn="ctr">
              <a:buNone/>
              <a:defRPr sz="900"/>
            </a:lvl6pPr>
            <a:lvl7pPr marL="1543050" indent="0" algn="ctr">
              <a:buNone/>
              <a:defRPr sz="900"/>
            </a:lvl7pPr>
            <a:lvl8pPr marL="1800225" indent="0" algn="ctr">
              <a:buNone/>
              <a:defRPr sz="900"/>
            </a:lvl8pPr>
            <a:lvl9pPr marL="2057400" indent="0" algn="ctr">
              <a:buNone/>
              <a:defRPr sz="900"/>
            </a:lvl9pPr>
          </a:lstStyle>
          <a:p>
            <a:r>
              <a:rPr lang="en-US" dirty="0"/>
              <a:t>Click to edit Master subtitle style</a:t>
            </a:r>
            <a:endParaRPr lang="en-GB" dirty="0"/>
          </a:p>
        </p:txBody>
      </p:sp>
      <p:pic>
        <p:nvPicPr>
          <p:cNvPr id="10" name="Picture 9" descr="A person holding an orange paper&#10;&#10;Description automatically generated">
            <a:extLst>
              <a:ext uri="{FF2B5EF4-FFF2-40B4-BE49-F238E27FC236}">
                <a16:creationId xmlns:a16="http://schemas.microsoft.com/office/drawing/2014/main" id="{04697691-3082-2ECF-DAB8-FE29E8E66DDD}"/>
              </a:ext>
              <a:ext uri="{C183D7F6-B498-43B3-948B-1728B52AA6E4}">
                <adec:decorative xmlns:adec="http://schemas.microsoft.com/office/drawing/2017/decorative" val="0"/>
              </a:ext>
            </a:extLst>
          </p:cNvPr>
          <p:cNvPicPr>
            <a:picLocks noChangeAspect="1"/>
          </p:cNvPicPr>
          <p:nvPr userDrawn="1"/>
        </p:nvPicPr>
        <p:blipFill>
          <a:blip r:embed="rId2">
            <a:extLst>
              <a:ext uri="{28A0092B-C50C-407E-A947-70E740481C1C}">
                <a14:useLocalDpi xmlns:a14="http://schemas.microsoft.com/office/drawing/2010/main" val="0"/>
              </a:ext>
            </a:extLst>
          </a:blip>
          <a:srcRect l="16320" r="29534" b="1793"/>
          <a:stretch/>
        </p:blipFill>
        <p:spPr>
          <a:xfrm>
            <a:off x="6528393" y="0"/>
            <a:ext cx="5663609" cy="6849922"/>
          </a:xfrm>
          <a:prstGeom prst="rect">
            <a:avLst/>
          </a:prstGeom>
        </p:spPr>
      </p:pic>
      <p:pic>
        <p:nvPicPr>
          <p:cNvPr id="4" name="Picture 3">
            <a:extLst>
              <a:ext uri="{FF2B5EF4-FFF2-40B4-BE49-F238E27FC236}">
                <a16:creationId xmlns:a16="http://schemas.microsoft.com/office/drawing/2014/main" id="{D60A4229-1351-3FFE-81FC-8041CD7C210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482902" y="5100972"/>
            <a:ext cx="2360759" cy="1199265"/>
          </a:xfrm>
          <a:prstGeom prst="rect">
            <a:avLst/>
          </a:prstGeom>
        </p:spPr>
      </p:pic>
    </p:spTree>
    <p:extLst>
      <p:ext uri="{BB962C8B-B14F-4D97-AF65-F5344CB8AC3E}">
        <p14:creationId xmlns:p14="http://schemas.microsoft.com/office/powerpoint/2010/main" val="1504692276"/>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Business/Marketing - 2">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9"/>
            <a:ext cx="5322477" cy="2027835"/>
          </a:xfrm>
          <a:prstGeom prst="rect">
            <a:avLst/>
          </a:prstGeom>
          <a:ln>
            <a:noFill/>
          </a:ln>
        </p:spPr>
        <p:txBody>
          <a:bodyPr lIns="0" rIns="0" anchor="ctr">
            <a:noAutofit/>
          </a:bodyPr>
          <a:lstStyle>
            <a:lvl1pPr algn="l">
              <a:lnSpc>
                <a:spcPct val="100000"/>
              </a:lnSpc>
              <a:defRPr sz="2363" b="1">
                <a:solidFill>
                  <a:schemeClr val="bg1"/>
                </a:solidFill>
                <a:latin typeface="+mn-lt"/>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41" y="3236157"/>
            <a:ext cx="5289439" cy="863600"/>
          </a:xfrm>
          <a:prstGeom prst="rect">
            <a:avLst/>
          </a:prstGeom>
          <a:ln>
            <a:noFill/>
          </a:ln>
        </p:spPr>
        <p:txBody>
          <a:bodyPr lIns="0" rIns="0" anchor="t">
            <a:noAutofit/>
          </a:bodyPr>
          <a:lstStyle>
            <a:lvl1pPr marL="0" indent="0" algn="l">
              <a:buNone/>
              <a:defRPr sz="1350">
                <a:solidFill>
                  <a:schemeClr val="bg1"/>
                </a:solidFill>
              </a:defRPr>
            </a:lvl1pPr>
            <a:lvl2pPr marL="257175" indent="0" algn="ctr">
              <a:buNone/>
              <a:defRPr sz="1125"/>
            </a:lvl2pPr>
            <a:lvl3pPr marL="514350" indent="0" algn="ctr">
              <a:buNone/>
              <a:defRPr sz="1013"/>
            </a:lvl3pPr>
            <a:lvl4pPr marL="771525" indent="0" algn="ctr">
              <a:buNone/>
              <a:defRPr sz="900"/>
            </a:lvl4pPr>
            <a:lvl5pPr marL="1028700" indent="0" algn="ctr">
              <a:buNone/>
              <a:defRPr sz="900"/>
            </a:lvl5pPr>
            <a:lvl6pPr marL="1285875" indent="0" algn="ctr">
              <a:buNone/>
              <a:defRPr sz="900"/>
            </a:lvl6pPr>
            <a:lvl7pPr marL="1543050" indent="0" algn="ctr">
              <a:buNone/>
              <a:defRPr sz="900"/>
            </a:lvl7pPr>
            <a:lvl8pPr marL="1800225" indent="0" algn="ctr">
              <a:buNone/>
              <a:defRPr sz="900"/>
            </a:lvl8pPr>
            <a:lvl9pPr marL="2057400" indent="0" algn="ctr">
              <a:buNone/>
              <a:defRPr sz="900"/>
            </a:lvl9pPr>
          </a:lstStyle>
          <a:p>
            <a:r>
              <a:rPr lang="en-US" dirty="0"/>
              <a:t>Click to edit Master subtitle style</a:t>
            </a:r>
            <a:endParaRPr lang="en-GB" dirty="0"/>
          </a:p>
        </p:txBody>
      </p:sp>
      <p:pic>
        <p:nvPicPr>
          <p:cNvPr id="7" name="Picture 6" descr="A person talking to another person&#10;&#10;Description automatically generated">
            <a:extLst>
              <a:ext uri="{FF2B5EF4-FFF2-40B4-BE49-F238E27FC236}">
                <a16:creationId xmlns:a16="http://schemas.microsoft.com/office/drawing/2014/main" id="{BD578162-5FB4-6C6D-006A-D95E9BA25FAF}"/>
              </a:ext>
            </a:extLst>
          </p:cNvPr>
          <p:cNvPicPr>
            <a:picLocks noChangeAspect="1"/>
          </p:cNvPicPr>
          <p:nvPr userDrawn="1"/>
        </p:nvPicPr>
        <p:blipFill>
          <a:blip r:embed="rId2">
            <a:extLst>
              <a:ext uri="{28A0092B-C50C-407E-A947-70E740481C1C}">
                <a14:useLocalDpi xmlns:a14="http://schemas.microsoft.com/office/drawing/2010/main" val="0"/>
              </a:ext>
            </a:extLst>
          </a:blip>
          <a:srcRect l="17765" r="27171"/>
          <a:stretch/>
        </p:blipFill>
        <p:spPr>
          <a:xfrm>
            <a:off x="6528393" y="0"/>
            <a:ext cx="5663609" cy="6859064"/>
          </a:xfrm>
          <a:prstGeom prst="rect">
            <a:avLst/>
          </a:prstGeom>
        </p:spPr>
      </p:pic>
      <p:pic>
        <p:nvPicPr>
          <p:cNvPr id="4" name="Picture 3">
            <a:extLst>
              <a:ext uri="{FF2B5EF4-FFF2-40B4-BE49-F238E27FC236}">
                <a16:creationId xmlns:a16="http://schemas.microsoft.com/office/drawing/2014/main" id="{D60A4229-1351-3FFE-81FC-8041CD7C210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482902" y="5100972"/>
            <a:ext cx="2360759" cy="1199265"/>
          </a:xfrm>
          <a:prstGeom prst="rect">
            <a:avLst/>
          </a:prstGeom>
        </p:spPr>
      </p:pic>
    </p:spTree>
    <p:extLst>
      <p:ext uri="{BB962C8B-B14F-4D97-AF65-F5344CB8AC3E}">
        <p14:creationId xmlns:p14="http://schemas.microsoft.com/office/powerpoint/2010/main" val="3665704889"/>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Business/Marketing - 3">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9"/>
            <a:ext cx="5322477" cy="2027835"/>
          </a:xfrm>
          <a:prstGeom prst="rect">
            <a:avLst/>
          </a:prstGeom>
          <a:ln>
            <a:noFill/>
          </a:ln>
        </p:spPr>
        <p:txBody>
          <a:bodyPr lIns="0" rIns="0" anchor="ctr">
            <a:noAutofit/>
          </a:bodyPr>
          <a:lstStyle>
            <a:lvl1pPr algn="l">
              <a:lnSpc>
                <a:spcPct val="100000"/>
              </a:lnSpc>
              <a:defRPr sz="2363" b="1">
                <a:solidFill>
                  <a:schemeClr val="bg1"/>
                </a:solidFill>
                <a:latin typeface="+mn-lt"/>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41" y="3236157"/>
            <a:ext cx="5289439" cy="863600"/>
          </a:xfrm>
          <a:prstGeom prst="rect">
            <a:avLst/>
          </a:prstGeom>
          <a:ln>
            <a:noFill/>
          </a:ln>
        </p:spPr>
        <p:txBody>
          <a:bodyPr lIns="0" rIns="0" anchor="t">
            <a:noAutofit/>
          </a:bodyPr>
          <a:lstStyle>
            <a:lvl1pPr marL="0" indent="0" algn="l">
              <a:buNone/>
              <a:defRPr sz="1350">
                <a:solidFill>
                  <a:schemeClr val="bg1"/>
                </a:solidFill>
              </a:defRPr>
            </a:lvl1pPr>
            <a:lvl2pPr marL="257175" indent="0" algn="ctr">
              <a:buNone/>
              <a:defRPr sz="1125"/>
            </a:lvl2pPr>
            <a:lvl3pPr marL="514350" indent="0" algn="ctr">
              <a:buNone/>
              <a:defRPr sz="1013"/>
            </a:lvl3pPr>
            <a:lvl4pPr marL="771525" indent="0" algn="ctr">
              <a:buNone/>
              <a:defRPr sz="900"/>
            </a:lvl4pPr>
            <a:lvl5pPr marL="1028700" indent="0" algn="ctr">
              <a:buNone/>
              <a:defRPr sz="900"/>
            </a:lvl5pPr>
            <a:lvl6pPr marL="1285875" indent="0" algn="ctr">
              <a:buNone/>
              <a:defRPr sz="900"/>
            </a:lvl6pPr>
            <a:lvl7pPr marL="1543050" indent="0" algn="ctr">
              <a:buNone/>
              <a:defRPr sz="900"/>
            </a:lvl7pPr>
            <a:lvl8pPr marL="1800225" indent="0" algn="ctr">
              <a:buNone/>
              <a:defRPr sz="900"/>
            </a:lvl8pPr>
            <a:lvl9pPr marL="2057400" indent="0" algn="ctr">
              <a:buNone/>
              <a:defRPr sz="900"/>
            </a:lvl9pPr>
          </a:lstStyle>
          <a:p>
            <a:r>
              <a:rPr lang="en-US" dirty="0"/>
              <a:t>Click to edit Master subtitle style</a:t>
            </a:r>
            <a:endParaRPr lang="en-GB" dirty="0"/>
          </a:p>
        </p:txBody>
      </p:sp>
      <p:pic>
        <p:nvPicPr>
          <p:cNvPr id="8" name="Picture 7" descr="A person and person standing in an office&#10;&#10;Description automatically generated">
            <a:extLst>
              <a:ext uri="{FF2B5EF4-FFF2-40B4-BE49-F238E27FC236}">
                <a16:creationId xmlns:a16="http://schemas.microsoft.com/office/drawing/2014/main" id="{5A656440-781D-FF89-A173-6F135D6EB40D}"/>
              </a:ext>
            </a:extLst>
          </p:cNvPr>
          <p:cNvPicPr>
            <a:picLocks noChangeAspect="1"/>
          </p:cNvPicPr>
          <p:nvPr userDrawn="1"/>
        </p:nvPicPr>
        <p:blipFill>
          <a:blip r:embed="rId2">
            <a:extLst>
              <a:ext uri="{28A0092B-C50C-407E-A947-70E740481C1C}">
                <a14:useLocalDpi xmlns:a14="http://schemas.microsoft.com/office/drawing/2010/main" val="0"/>
              </a:ext>
            </a:extLst>
          </a:blip>
          <a:srcRect l="26161" t="-118" r="18817" b="118"/>
          <a:stretch/>
        </p:blipFill>
        <p:spPr>
          <a:xfrm>
            <a:off x="6528389" y="0"/>
            <a:ext cx="5663611" cy="6858000"/>
          </a:xfrm>
          <a:prstGeom prst="rect">
            <a:avLst/>
          </a:prstGeom>
        </p:spPr>
      </p:pic>
      <p:pic>
        <p:nvPicPr>
          <p:cNvPr id="4" name="Picture 3">
            <a:extLst>
              <a:ext uri="{FF2B5EF4-FFF2-40B4-BE49-F238E27FC236}">
                <a16:creationId xmlns:a16="http://schemas.microsoft.com/office/drawing/2014/main" id="{D60A4229-1351-3FFE-81FC-8041CD7C210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482902" y="5100972"/>
            <a:ext cx="2360759" cy="1199265"/>
          </a:xfrm>
          <a:prstGeom prst="rect">
            <a:avLst/>
          </a:prstGeom>
        </p:spPr>
      </p:pic>
    </p:spTree>
    <p:extLst>
      <p:ext uri="{BB962C8B-B14F-4D97-AF65-F5344CB8AC3E}">
        <p14:creationId xmlns:p14="http://schemas.microsoft.com/office/powerpoint/2010/main" val="1279217863"/>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Business/Marketing - 4">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9"/>
            <a:ext cx="5322477" cy="2027835"/>
          </a:xfrm>
          <a:prstGeom prst="rect">
            <a:avLst/>
          </a:prstGeom>
          <a:ln>
            <a:noFill/>
          </a:ln>
        </p:spPr>
        <p:txBody>
          <a:bodyPr lIns="0" rIns="0" anchor="ctr">
            <a:noAutofit/>
          </a:bodyPr>
          <a:lstStyle>
            <a:lvl1pPr algn="l">
              <a:lnSpc>
                <a:spcPct val="100000"/>
              </a:lnSpc>
              <a:defRPr sz="2363" b="1">
                <a:solidFill>
                  <a:schemeClr val="bg1"/>
                </a:solidFill>
                <a:latin typeface="+mn-lt"/>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41" y="3236157"/>
            <a:ext cx="5289439" cy="863600"/>
          </a:xfrm>
          <a:prstGeom prst="rect">
            <a:avLst/>
          </a:prstGeom>
          <a:ln>
            <a:noFill/>
          </a:ln>
        </p:spPr>
        <p:txBody>
          <a:bodyPr lIns="0" rIns="0" anchor="t">
            <a:noAutofit/>
          </a:bodyPr>
          <a:lstStyle>
            <a:lvl1pPr marL="0" indent="0" algn="l">
              <a:buNone/>
              <a:defRPr sz="1350">
                <a:solidFill>
                  <a:schemeClr val="bg1"/>
                </a:solidFill>
              </a:defRPr>
            </a:lvl1pPr>
            <a:lvl2pPr marL="257175" indent="0" algn="ctr">
              <a:buNone/>
              <a:defRPr sz="1125"/>
            </a:lvl2pPr>
            <a:lvl3pPr marL="514350" indent="0" algn="ctr">
              <a:buNone/>
              <a:defRPr sz="1013"/>
            </a:lvl3pPr>
            <a:lvl4pPr marL="771525" indent="0" algn="ctr">
              <a:buNone/>
              <a:defRPr sz="900"/>
            </a:lvl4pPr>
            <a:lvl5pPr marL="1028700" indent="0" algn="ctr">
              <a:buNone/>
              <a:defRPr sz="900"/>
            </a:lvl5pPr>
            <a:lvl6pPr marL="1285875" indent="0" algn="ctr">
              <a:buNone/>
              <a:defRPr sz="900"/>
            </a:lvl6pPr>
            <a:lvl7pPr marL="1543050" indent="0" algn="ctr">
              <a:buNone/>
              <a:defRPr sz="900"/>
            </a:lvl7pPr>
            <a:lvl8pPr marL="1800225" indent="0" algn="ctr">
              <a:buNone/>
              <a:defRPr sz="900"/>
            </a:lvl8pPr>
            <a:lvl9pPr marL="2057400" indent="0" algn="ctr">
              <a:buNone/>
              <a:defRPr sz="900"/>
            </a:lvl9pPr>
          </a:lstStyle>
          <a:p>
            <a:r>
              <a:rPr lang="en-US" dirty="0"/>
              <a:t>Click to edit Master subtitle style</a:t>
            </a:r>
            <a:endParaRPr lang="en-GB" dirty="0"/>
          </a:p>
        </p:txBody>
      </p:sp>
      <p:pic>
        <p:nvPicPr>
          <p:cNvPr id="7" name="Picture 6" descr="A person and person looking at a computer&#10;&#10;Description automatically generated">
            <a:extLst>
              <a:ext uri="{FF2B5EF4-FFF2-40B4-BE49-F238E27FC236}">
                <a16:creationId xmlns:a16="http://schemas.microsoft.com/office/drawing/2014/main" id="{67CEBF45-943F-B807-5DB4-2E9C2442F67F}"/>
              </a:ext>
            </a:extLst>
          </p:cNvPr>
          <p:cNvPicPr>
            <a:picLocks noChangeAspect="1"/>
          </p:cNvPicPr>
          <p:nvPr userDrawn="1"/>
        </p:nvPicPr>
        <p:blipFill>
          <a:blip r:embed="rId2">
            <a:extLst>
              <a:ext uri="{28A0092B-C50C-407E-A947-70E740481C1C}">
                <a14:useLocalDpi xmlns:a14="http://schemas.microsoft.com/office/drawing/2010/main" val="0"/>
              </a:ext>
            </a:extLst>
          </a:blip>
          <a:srcRect l="27408" r="17522"/>
          <a:stretch/>
        </p:blipFill>
        <p:spPr>
          <a:xfrm>
            <a:off x="6528392" y="0"/>
            <a:ext cx="5663609" cy="6858000"/>
          </a:xfrm>
          <a:prstGeom prst="rect">
            <a:avLst/>
          </a:prstGeom>
        </p:spPr>
      </p:pic>
      <p:pic>
        <p:nvPicPr>
          <p:cNvPr id="4" name="Picture 3">
            <a:extLst>
              <a:ext uri="{FF2B5EF4-FFF2-40B4-BE49-F238E27FC236}">
                <a16:creationId xmlns:a16="http://schemas.microsoft.com/office/drawing/2014/main" id="{D60A4229-1351-3FFE-81FC-8041CD7C210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482902" y="5100972"/>
            <a:ext cx="2360759" cy="1199265"/>
          </a:xfrm>
          <a:prstGeom prst="rect">
            <a:avLst/>
          </a:prstGeom>
        </p:spPr>
      </p:pic>
    </p:spTree>
    <p:extLst>
      <p:ext uri="{BB962C8B-B14F-4D97-AF65-F5344CB8AC3E}">
        <p14:creationId xmlns:p14="http://schemas.microsoft.com/office/powerpoint/2010/main" val="3882352594"/>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Business/Marketing - 5">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9"/>
            <a:ext cx="5322477" cy="2027835"/>
          </a:xfrm>
          <a:prstGeom prst="rect">
            <a:avLst/>
          </a:prstGeom>
          <a:ln>
            <a:noFill/>
          </a:ln>
        </p:spPr>
        <p:txBody>
          <a:bodyPr lIns="0" rIns="0" anchor="ctr">
            <a:noAutofit/>
          </a:bodyPr>
          <a:lstStyle>
            <a:lvl1pPr algn="l">
              <a:lnSpc>
                <a:spcPct val="100000"/>
              </a:lnSpc>
              <a:defRPr sz="2363" b="1">
                <a:solidFill>
                  <a:schemeClr val="bg1"/>
                </a:solidFill>
                <a:latin typeface="+mn-lt"/>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41" y="3236157"/>
            <a:ext cx="5289439" cy="863600"/>
          </a:xfrm>
          <a:prstGeom prst="rect">
            <a:avLst/>
          </a:prstGeom>
          <a:ln>
            <a:noFill/>
          </a:ln>
        </p:spPr>
        <p:txBody>
          <a:bodyPr lIns="0" rIns="0" anchor="t">
            <a:noAutofit/>
          </a:bodyPr>
          <a:lstStyle>
            <a:lvl1pPr marL="0" indent="0" algn="l">
              <a:buNone/>
              <a:defRPr sz="1350">
                <a:solidFill>
                  <a:schemeClr val="bg1"/>
                </a:solidFill>
              </a:defRPr>
            </a:lvl1pPr>
            <a:lvl2pPr marL="257175" indent="0" algn="ctr">
              <a:buNone/>
              <a:defRPr sz="1125"/>
            </a:lvl2pPr>
            <a:lvl3pPr marL="514350" indent="0" algn="ctr">
              <a:buNone/>
              <a:defRPr sz="1013"/>
            </a:lvl3pPr>
            <a:lvl4pPr marL="771525" indent="0" algn="ctr">
              <a:buNone/>
              <a:defRPr sz="900"/>
            </a:lvl4pPr>
            <a:lvl5pPr marL="1028700" indent="0" algn="ctr">
              <a:buNone/>
              <a:defRPr sz="900"/>
            </a:lvl5pPr>
            <a:lvl6pPr marL="1285875" indent="0" algn="ctr">
              <a:buNone/>
              <a:defRPr sz="900"/>
            </a:lvl6pPr>
            <a:lvl7pPr marL="1543050" indent="0" algn="ctr">
              <a:buNone/>
              <a:defRPr sz="900"/>
            </a:lvl7pPr>
            <a:lvl8pPr marL="1800225" indent="0" algn="ctr">
              <a:buNone/>
              <a:defRPr sz="900"/>
            </a:lvl8pPr>
            <a:lvl9pPr marL="2057400" indent="0" algn="ctr">
              <a:buNone/>
              <a:defRPr sz="900"/>
            </a:lvl9pPr>
          </a:lstStyle>
          <a:p>
            <a:r>
              <a:rPr lang="en-US" dirty="0"/>
              <a:t>Click to edit Master subtitle style</a:t>
            </a:r>
            <a:endParaRPr lang="en-GB" dirty="0"/>
          </a:p>
        </p:txBody>
      </p:sp>
      <p:pic>
        <p:nvPicPr>
          <p:cNvPr id="7" name="Picture 6" descr="A person and person looking at a computer&#10;&#10;Description automatically generated">
            <a:extLst>
              <a:ext uri="{FF2B5EF4-FFF2-40B4-BE49-F238E27FC236}">
                <a16:creationId xmlns:a16="http://schemas.microsoft.com/office/drawing/2014/main" id="{10FDA179-75B5-61CF-9CC0-8277D61F4031}"/>
              </a:ext>
            </a:extLst>
          </p:cNvPr>
          <p:cNvPicPr>
            <a:picLocks noChangeAspect="1"/>
          </p:cNvPicPr>
          <p:nvPr userDrawn="1"/>
        </p:nvPicPr>
        <p:blipFill>
          <a:blip r:embed="rId2">
            <a:extLst>
              <a:ext uri="{28A0092B-C50C-407E-A947-70E740481C1C}">
                <a14:useLocalDpi xmlns:a14="http://schemas.microsoft.com/office/drawing/2010/main" val="0"/>
              </a:ext>
            </a:extLst>
          </a:blip>
          <a:srcRect l="22465" r="22465"/>
          <a:stretch/>
        </p:blipFill>
        <p:spPr>
          <a:xfrm>
            <a:off x="6528389" y="0"/>
            <a:ext cx="5663611" cy="6858000"/>
          </a:xfrm>
          <a:prstGeom prst="rect">
            <a:avLst/>
          </a:prstGeom>
        </p:spPr>
      </p:pic>
      <p:pic>
        <p:nvPicPr>
          <p:cNvPr id="4" name="Picture 3">
            <a:extLst>
              <a:ext uri="{FF2B5EF4-FFF2-40B4-BE49-F238E27FC236}">
                <a16:creationId xmlns:a16="http://schemas.microsoft.com/office/drawing/2014/main" id="{D60A4229-1351-3FFE-81FC-8041CD7C210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482902" y="5100972"/>
            <a:ext cx="2360759" cy="1199265"/>
          </a:xfrm>
          <a:prstGeom prst="rect">
            <a:avLst/>
          </a:prstGeom>
        </p:spPr>
      </p:pic>
    </p:spTree>
    <p:extLst>
      <p:ext uri="{BB962C8B-B14F-4D97-AF65-F5344CB8AC3E}">
        <p14:creationId xmlns:p14="http://schemas.microsoft.com/office/powerpoint/2010/main" val="2379448697"/>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A Template_Main Slide">
    <p:spTree>
      <p:nvGrpSpPr>
        <p:cNvPr id="1" name=""/>
        <p:cNvGrpSpPr/>
        <p:nvPr/>
      </p:nvGrpSpPr>
      <p:grpSpPr>
        <a:xfrm>
          <a:off x="0" y="0"/>
          <a:ext cx="0" cy="0"/>
          <a:chOff x="0" y="0"/>
          <a:chExt cx="0" cy="0"/>
        </a:xfrm>
      </p:grpSpPr>
      <p:sp>
        <p:nvSpPr>
          <p:cNvPr id="7" name="Text Placeholder 10"/>
          <p:cNvSpPr>
            <a:spLocks noGrp="1"/>
          </p:cNvSpPr>
          <p:nvPr>
            <p:ph type="body" sz="quarter" idx="15"/>
          </p:nvPr>
        </p:nvSpPr>
        <p:spPr>
          <a:xfrm>
            <a:off x="414000" y="1929600"/>
            <a:ext cx="11404800" cy="4546800"/>
          </a:xfrm>
        </p:spPr>
        <p:txBody>
          <a:bodyPr>
            <a:noAutofit/>
          </a:bodyPr>
          <a:lstStyle>
            <a:lvl1pPr marL="342891" indent="-342891">
              <a:spcBef>
                <a:spcPts val="600"/>
              </a:spcBef>
              <a:spcAft>
                <a:spcPts val="600"/>
              </a:spcAft>
              <a:buClr>
                <a:schemeClr val="tx1"/>
              </a:buClr>
              <a:buFont typeface="Arial" panose="020B0604020202020204" pitchFamily="34" charset="0"/>
              <a:buChar char="•"/>
              <a:defRPr sz="2000" b="0" baseline="0">
                <a:latin typeface="+mn-lt"/>
              </a:defRPr>
            </a:lvl1pPr>
            <a:lvl2pPr marL="742932" indent="-285744">
              <a:spcBef>
                <a:spcPts val="600"/>
              </a:spcBef>
              <a:spcAft>
                <a:spcPts val="600"/>
              </a:spcAft>
              <a:buClr>
                <a:schemeClr val="tx1"/>
              </a:buClr>
              <a:buFont typeface="Arial" panose="020B0604020202020204" pitchFamily="34" charset="0"/>
              <a:buChar char="•"/>
              <a:defRPr sz="1800" baseline="0">
                <a:latin typeface="+mn-lt"/>
              </a:defRPr>
            </a:lvl2pPr>
            <a:lvl3pPr marL="1142971" indent="-228594">
              <a:spcBef>
                <a:spcPts val="600"/>
              </a:spcBef>
              <a:spcAft>
                <a:spcPts val="600"/>
              </a:spcAft>
              <a:buClr>
                <a:schemeClr val="tx1"/>
              </a:buClr>
              <a:buFont typeface="Arial" panose="020B0604020202020204" pitchFamily="34" charset="0"/>
              <a:buChar char="•"/>
              <a:defRPr sz="1800" baseline="0">
                <a:latin typeface="+mn-lt"/>
              </a:defRPr>
            </a:lvl3pPr>
            <a:lvl4pPr marL="1600160" indent="-228594">
              <a:spcBef>
                <a:spcPts val="600"/>
              </a:spcBef>
              <a:spcAft>
                <a:spcPts val="600"/>
              </a:spcAft>
              <a:buClr>
                <a:schemeClr val="tx1"/>
              </a:buClr>
              <a:buFont typeface="Arial" panose="020B0604020202020204" pitchFamily="34" charset="0"/>
              <a:buChar char="•"/>
              <a:defRPr sz="1800" baseline="0">
                <a:latin typeface="+mn-lt"/>
              </a:defRPr>
            </a:lvl4pPr>
            <a:lvl5pPr marL="2057349" indent="-228594">
              <a:spcBef>
                <a:spcPts val="600"/>
              </a:spcBef>
              <a:spcAft>
                <a:spcPts val="600"/>
              </a:spcAft>
              <a:buClr>
                <a:schemeClr val="tx1"/>
              </a:buClr>
              <a:buFont typeface="Arial" panose="020B0604020202020204" pitchFamily="34" charset="0"/>
              <a:buChar char="•"/>
              <a:defRPr sz="1800" baseline="0">
                <a:latin typeface="+mn-lt"/>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sp>
        <p:nvSpPr>
          <p:cNvPr id="9" name="Slide Number Placeholder 5"/>
          <p:cNvSpPr txBox="1">
            <a:spLocks/>
          </p:cNvSpPr>
          <p:nvPr userDrawn="1"/>
        </p:nvSpPr>
        <p:spPr>
          <a:xfrm>
            <a:off x="9061491" y="6492908"/>
            <a:ext cx="2844800" cy="365125"/>
          </a:xfrm>
          <a:prstGeom prst="rect">
            <a:avLst/>
          </a:prstGeom>
        </p:spPr>
        <p:txBody>
          <a:bodyPr vert="horz" lIns="91440" tIns="45720" rIns="91440" bIns="45720" rtlCol="0" anchor="ctr"/>
          <a:lstStyle>
            <a:lvl1pPr algn="r">
              <a:defRPr sz="1000">
                <a:solidFill>
                  <a:schemeClr val="bg1"/>
                </a:solidFill>
                <a:latin typeface="Arial" pitchFamily="34" charset="0"/>
                <a:cs typeface="Arial" pitchFamily="34" charset="0"/>
              </a:defRPr>
            </a:lvl1pPr>
          </a:lstStyle>
          <a:p>
            <a:pPr marL="0" marR="0" lvl="0" indent="0" algn="r" defTabSz="914377" rtl="0" eaLnBrk="1" fontAlgn="base" latinLnBrk="0" hangingPunct="1">
              <a:lnSpc>
                <a:spcPct val="100000"/>
              </a:lnSpc>
              <a:spcBef>
                <a:spcPct val="0"/>
              </a:spcBef>
              <a:spcAft>
                <a:spcPct val="0"/>
              </a:spcAft>
              <a:buClrTx/>
              <a:buSzTx/>
              <a:buFontTx/>
              <a:buNone/>
              <a:tabLst/>
              <a:defRPr/>
            </a:pPr>
            <a:fld id="{518ABFB6-A9C6-4619-9721-3B608E8ED143}" type="slidenum">
              <a:rPr kumimoji="0" lang="en-GB" sz="1000" b="0" i="0" u="none" strike="noStrike" kern="1200" cap="none" spc="0" normalizeH="0" baseline="0" noProof="0" smtClean="0">
                <a:ln>
                  <a:noFill/>
                </a:ln>
                <a:solidFill>
                  <a:srgbClr val="0070C0"/>
                </a:solidFill>
                <a:effectLst/>
                <a:uLnTx/>
                <a:uFillTx/>
                <a:latin typeface="+mn-lt"/>
                <a:ea typeface="+mn-ea"/>
                <a:cs typeface="Arial" pitchFamily="34" charset="0"/>
              </a:rPr>
              <a:pPr marL="0" marR="0" lvl="0" indent="0" algn="r" defTabSz="914377" rtl="0" eaLnBrk="1" fontAlgn="base" latinLnBrk="0" hangingPunct="1">
                <a:lnSpc>
                  <a:spcPct val="100000"/>
                </a:lnSpc>
                <a:spcBef>
                  <a:spcPct val="0"/>
                </a:spcBef>
                <a:spcAft>
                  <a:spcPct val="0"/>
                </a:spcAft>
                <a:buClrTx/>
                <a:buSzTx/>
                <a:buFontTx/>
                <a:buNone/>
                <a:tabLst/>
                <a:defRPr/>
              </a:pPr>
              <a:t>‹#›</a:t>
            </a:fld>
            <a:endParaRPr kumimoji="0" lang="en-GB" sz="1000" b="0" i="0" u="none" strike="noStrike" kern="1200" cap="none" spc="0" normalizeH="0" baseline="0" noProof="0" dirty="0">
              <a:ln>
                <a:noFill/>
              </a:ln>
              <a:solidFill>
                <a:srgbClr val="0070C0"/>
              </a:solidFill>
              <a:effectLst/>
              <a:uLnTx/>
              <a:uFillTx/>
              <a:latin typeface="+mn-lt"/>
              <a:ea typeface="+mn-ea"/>
              <a:cs typeface="Arial" pitchFamily="34" charset="0"/>
            </a:endParaRPr>
          </a:p>
        </p:txBody>
      </p:sp>
      <p:sp>
        <p:nvSpPr>
          <p:cNvPr id="5" name="Title Placeholder 3"/>
          <p:cNvSpPr>
            <a:spLocks noGrp="1"/>
          </p:cNvSpPr>
          <p:nvPr>
            <p:ph type="title"/>
          </p:nvPr>
        </p:nvSpPr>
        <p:spPr>
          <a:xfrm>
            <a:off x="414000" y="1036800"/>
            <a:ext cx="9126000" cy="626400"/>
          </a:xfrm>
          <a:prstGeom prst="rect">
            <a:avLst/>
          </a:prstGeom>
        </p:spPr>
        <p:txBody>
          <a:bodyPr vert="horz" wrap="square" lIns="91440" tIns="45720" rIns="91440" bIns="45720" rtlCol="0" anchor="b" anchorCtr="0">
            <a:normAutofit/>
          </a:bodyPr>
          <a:lstStyle>
            <a:lvl1pPr>
              <a:defRPr baseline="0">
                <a:solidFill>
                  <a:srgbClr val="00519C"/>
                </a:solidFill>
              </a:defRPr>
            </a:lvl1pPr>
          </a:lstStyle>
          <a:p>
            <a:r>
              <a:rPr lang="en-US" noProof="0"/>
              <a:t>Click to edit Master title style</a:t>
            </a:r>
            <a:endParaRPr lang="en-GB" noProof="0" dirty="0"/>
          </a:p>
        </p:txBody>
      </p:sp>
    </p:spTree>
    <p:extLst>
      <p:ext uri="{BB962C8B-B14F-4D97-AF65-F5344CB8AC3E}">
        <p14:creationId xmlns:p14="http://schemas.microsoft.com/office/powerpoint/2010/main" val="75285235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userDrawn="1">
  <p:cSld name="Overview or quotes 0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09E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9" name="Text Placeholder 4"/>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sp>
        <p:nvSpPr>
          <p:cNvPr id="11" name="Rectangle 10"/>
          <p:cNvSpPr/>
          <p:nvPr userDrawn="1"/>
        </p:nvSpPr>
        <p:spPr>
          <a:xfrm>
            <a:off x="758191" y="769620"/>
            <a:ext cx="379608" cy="110491"/>
          </a:xfrm>
          <a:prstGeom prst="rect">
            <a:avLst/>
          </a:prstGeom>
          <a:solidFill>
            <a:srgbClr val="09E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21" name="Freeform 20">
            <a:extLst>
              <a:ext uri="{FF2B5EF4-FFF2-40B4-BE49-F238E27FC236}">
                <a16:creationId xmlns:a16="http://schemas.microsoft.com/office/drawing/2014/main" id="{61FA821A-0A50-424D-A225-45CEE1614094}"/>
              </a:ext>
            </a:extLst>
          </p:cNvPr>
          <p:cNvSpPr/>
          <p:nvPr userDrawn="1"/>
        </p:nvSpPr>
        <p:spPr>
          <a:xfrm>
            <a:off x="417802" y="4499269"/>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rgbClr val="004050"/>
          </a:solidFill>
          <a:ln w="6350" cap="flat">
            <a:noFill/>
            <a:prstDash val="solid"/>
            <a:miter/>
          </a:ln>
        </p:spPr>
        <p:txBody>
          <a:bodyPr rtlCol="0" anchor="ctr"/>
          <a:lstStyle/>
          <a:p>
            <a:endParaRPr lang="en-GB" sz="1351"/>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69739" y="377825"/>
            <a:ext cx="738525" cy="522000"/>
          </a:xfrm>
          <a:prstGeom prst="rect">
            <a:avLst/>
          </a:prstGeom>
        </p:spPr>
      </p:pic>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3954103999"/>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13" Type="http://schemas.openxmlformats.org/officeDocument/2006/relationships/slideLayout" Target="../slideLayouts/slideLayout18.xml"/><Relationship Id="rId3" Type="http://schemas.openxmlformats.org/officeDocument/2006/relationships/slideLayout" Target="../slideLayouts/slideLayout8.xml"/><Relationship Id="rId7" Type="http://schemas.openxmlformats.org/officeDocument/2006/relationships/slideLayout" Target="../slideLayouts/slideLayout12.xml"/><Relationship Id="rId12" Type="http://schemas.openxmlformats.org/officeDocument/2006/relationships/slideLayout" Target="../slideLayouts/slideLayout17.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11" Type="http://schemas.openxmlformats.org/officeDocument/2006/relationships/slideLayout" Target="../slideLayouts/slideLayout16.xml"/><Relationship Id="rId5" Type="http://schemas.openxmlformats.org/officeDocument/2006/relationships/slideLayout" Target="../slideLayouts/slideLayout10.xml"/><Relationship Id="rId10" Type="http://schemas.openxmlformats.org/officeDocument/2006/relationships/slideLayout" Target="../slideLayouts/slideLayout15.xml"/><Relationship Id="rId4" Type="http://schemas.openxmlformats.org/officeDocument/2006/relationships/slideLayout" Target="../slideLayouts/slideLayout9.xml"/><Relationship Id="rId9" Type="http://schemas.openxmlformats.org/officeDocument/2006/relationships/slideLayout" Target="../slideLayouts/slideLayout14.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2007920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ftr="0" dt="0"/>
  <p:txStyles>
    <p:titleStyle>
      <a:lvl1pPr algn="l" defTabSz="514350" rtl="0" eaLnBrk="1" latinLnBrk="0" hangingPunct="1">
        <a:lnSpc>
          <a:spcPct val="90000"/>
        </a:lnSpc>
        <a:spcBef>
          <a:spcPct val="0"/>
        </a:spcBef>
        <a:buNone/>
        <a:defRPr sz="2475" kern="1200">
          <a:solidFill>
            <a:schemeClr val="tx1"/>
          </a:solidFill>
          <a:latin typeface="+mj-lt"/>
          <a:ea typeface="+mj-ea"/>
          <a:cs typeface="+mj-cs"/>
        </a:defRPr>
      </a:lvl1pPr>
    </p:titleStyle>
    <p:bodyStyle>
      <a:lvl1pPr marL="128588" indent="-128588" algn="l" defTabSz="514350" rtl="0" eaLnBrk="1" latinLnBrk="0" hangingPunct="1">
        <a:lnSpc>
          <a:spcPct val="90000"/>
        </a:lnSpc>
        <a:spcBef>
          <a:spcPts val="563"/>
        </a:spcBef>
        <a:buFont typeface="Arial" panose="020B0604020202020204" pitchFamily="34" charset="0"/>
        <a:buChar char="•"/>
        <a:defRPr sz="1575" kern="1200">
          <a:solidFill>
            <a:schemeClr val="tx1"/>
          </a:solidFill>
          <a:latin typeface="+mn-lt"/>
          <a:ea typeface="+mn-ea"/>
          <a:cs typeface="+mn-cs"/>
        </a:defRPr>
      </a:lvl1pPr>
      <a:lvl2pPr marL="385763" indent="-128588" algn="l" defTabSz="514350" rtl="0" eaLnBrk="1" latinLnBrk="0" hangingPunct="1">
        <a:lnSpc>
          <a:spcPct val="90000"/>
        </a:lnSpc>
        <a:spcBef>
          <a:spcPts val="281"/>
        </a:spcBef>
        <a:buFont typeface="Arial" panose="020B0604020202020204" pitchFamily="34" charset="0"/>
        <a:buChar char="•"/>
        <a:defRPr sz="1350" kern="1200">
          <a:solidFill>
            <a:schemeClr val="tx1"/>
          </a:solidFill>
          <a:latin typeface="+mn-lt"/>
          <a:ea typeface="+mn-ea"/>
          <a:cs typeface="+mn-cs"/>
        </a:defRPr>
      </a:lvl2pPr>
      <a:lvl3pPr marL="642938" indent="-128588" algn="l" defTabSz="514350" rtl="0" eaLnBrk="1" latinLnBrk="0" hangingPunct="1">
        <a:lnSpc>
          <a:spcPct val="90000"/>
        </a:lnSpc>
        <a:spcBef>
          <a:spcPts val="281"/>
        </a:spcBef>
        <a:buFont typeface="Arial" panose="020B0604020202020204" pitchFamily="34" charset="0"/>
        <a:buChar char="•"/>
        <a:defRPr sz="1125" kern="1200">
          <a:solidFill>
            <a:schemeClr val="tx1"/>
          </a:solidFill>
          <a:latin typeface="+mn-lt"/>
          <a:ea typeface="+mn-ea"/>
          <a:cs typeface="+mn-cs"/>
        </a:defRPr>
      </a:lvl3pPr>
      <a:lvl4pPr marL="900113"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4pPr>
      <a:lvl5pPr marL="1157288"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5pPr>
      <a:lvl6pPr marL="1414463"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6pPr>
      <a:lvl7pPr marL="1671638"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7pPr>
      <a:lvl8pPr marL="1928813"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8pPr>
      <a:lvl9pPr marL="2185988"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9pPr>
    </p:bodyStyle>
    <p:other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3" pos="4327" userDrawn="1">
          <p15:clr>
            <a:srgbClr val="F26B43"/>
          </p15:clr>
        </p15:guide>
        <p15:guide id="4" pos="4932" userDrawn="1">
          <p15:clr>
            <a:srgbClr val="F26B43"/>
          </p15:clr>
        </p15:guide>
        <p15:guide id="5" pos="8721" userDrawn="1">
          <p15:clr>
            <a:srgbClr val="F26B43"/>
          </p15:clr>
        </p15:guide>
        <p15:guide id="6" pos="9327" userDrawn="1">
          <p15:clr>
            <a:srgbClr val="F26B43"/>
          </p15:clr>
        </p15:guide>
        <p15:guide id="7" pos="13076" userDrawn="1">
          <p15:clr>
            <a:srgbClr val="F26B43"/>
          </p15:clr>
        </p15:guide>
        <p15:guide id="8" orient="horz" pos="3997" userDrawn="1">
          <p15:clr>
            <a:srgbClr val="F26B43"/>
          </p15:clr>
        </p15:guide>
        <p15:guide id="9" pos="577" userDrawn="1">
          <p15:clr>
            <a:srgbClr val="F26B43"/>
          </p15:clr>
        </p15:guide>
        <p15:guide id="10" orient="horz" pos="2478" userDrawn="1">
          <p15:clr>
            <a:srgbClr val="F26B43"/>
          </p15:clr>
        </p15:guide>
        <p15:guide id="11" orient="horz" pos="3249"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4/21/2026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6" r:id="rId12"/>
    <p:sldLayoutId id="2147483667" r:id="rId13"/>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18.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1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1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1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7.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9.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svg"/><Relationship Id="rId1" Type="http://schemas.openxmlformats.org/officeDocument/2006/relationships/slideLayout" Target="../slideLayouts/slideLayout7.xml"/><Relationship Id="rId4" Type="http://schemas.openxmlformats.org/officeDocument/2006/relationships/image" Target="../media/image25.svg"/></Relationships>
</file>

<file path=ppt/slides/_rels/slide10.xml.rels><?xml version="1.0" encoding="UTF-8" standalone="yes"?>
<Relationships xmlns="http://schemas.openxmlformats.org/package/2006/relationships"><Relationship Id="rId2" Type="http://schemas.openxmlformats.org/officeDocument/2006/relationships/image" Target="../media/image24.sv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1.xml"/><Relationship Id="rId1" Type="http://schemas.openxmlformats.org/officeDocument/2006/relationships/slideLayout" Target="../slideLayouts/slideLayout6.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1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1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15.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notesSlide" Target="../notesSlides/notesSlide2.xml"/><Relationship Id="rId1" Type="http://schemas.openxmlformats.org/officeDocument/2006/relationships/slideLayout" Target="../slideLayouts/slideLayout17.xml"/><Relationship Id="rId6" Type="http://schemas.openxmlformats.org/officeDocument/2006/relationships/image" Target="../media/image33.svg"/><Relationship Id="rId5" Type="http://schemas.openxmlformats.org/officeDocument/2006/relationships/image" Target="../media/image32.svg"/><Relationship Id="rId4" Type="http://schemas.openxmlformats.org/officeDocument/2006/relationships/image" Target="../media/image31.svg"/></Relationships>
</file>

<file path=ppt/slides/_rels/slide1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7.xml"/></Relationships>
</file>

<file path=ppt/slides/_rels/slide2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xml"/><Relationship Id="rId1" Type="http://schemas.openxmlformats.org/officeDocument/2006/relationships/slideLayout" Target="../slideLayouts/slideLayout17.xml"/><Relationship Id="rId4" Type="http://schemas.openxmlformats.org/officeDocument/2006/relationships/image" Target="../media/image38.png"/></Relationships>
</file>

<file path=ppt/slides/_rels/slide2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5.xml"/><Relationship Id="rId1" Type="http://schemas.openxmlformats.org/officeDocument/2006/relationships/slideLayout" Target="../slideLayouts/slideLayout17.xml"/><Relationship Id="rId4" Type="http://schemas.openxmlformats.org/officeDocument/2006/relationships/image" Target="../media/image37.png"/></Relationships>
</file>

<file path=ppt/slides/_rels/slide2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2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7.xml"/><Relationship Id="rId1" Type="http://schemas.openxmlformats.org/officeDocument/2006/relationships/slideLayout" Target="../slideLayouts/slideLayout17.xml"/><Relationship Id="rId4" Type="http://schemas.openxmlformats.org/officeDocument/2006/relationships/image" Target="../media/image41.png"/></Relationships>
</file>

<file path=ppt/slides/_rels/slide25.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42.png"/><Relationship Id="rId7" Type="http://schemas.openxmlformats.org/officeDocument/2006/relationships/image" Target="../media/image46.png"/><Relationship Id="rId2" Type="http://schemas.openxmlformats.org/officeDocument/2006/relationships/notesSlide" Target="../notesSlides/notesSlide8.xml"/><Relationship Id="rId1" Type="http://schemas.openxmlformats.org/officeDocument/2006/relationships/slideLayout" Target="../slideLayouts/slideLayout17.xml"/><Relationship Id="rId6" Type="http://schemas.openxmlformats.org/officeDocument/2006/relationships/image" Target="../media/image45.png"/><Relationship Id="rId5" Type="http://schemas.openxmlformats.org/officeDocument/2006/relationships/image" Target="../media/image44.png"/><Relationship Id="rId10" Type="http://schemas.openxmlformats.org/officeDocument/2006/relationships/image" Target="../media/image49.png"/><Relationship Id="rId4" Type="http://schemas.openxmlformats.org/officeDocument/2006/relationships/image" Target="../media/image43.png"/><Relationship Id="rId9" Type="http://schemas.openxmlformats.org/officeDocument/2006/relationships/image" Target="../media/image48.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7.xml"/></Relationships>
</file>

<file path=ppt/slides/_rels/slide27.xml.rels><?xml version="1.0" encoding="UTF-8" standalone="yes"?>
<Relationships xmlns="http://schemas.openxmlformats.org/package/2006/relationships"><Relationship Id="rId3" Type="http://schemas.openxmlformats.org/officeDocument/2006/relationships/image" Target="../media/image50.wmf"/><Relationship Id="rId2" Type="http://schemas.openxmlformats.org/officeDocument/2006/relationships/oleObject" Target="../embeddings/oleObject1.bin"/><Relationship Id="rId1" Type="http://schemas.openxmlformats.org/officeDocument/2006/relationships/slideLayout" Target="../slideLayouts/slideLayout17.xml"/></Relationships>
</file>

<file path=ppt/slides/_rels/slide28.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17.xml"/></Relationships>
</file>

<file path=ppt/slides/_rels/slide29.xml.rels><?xml version="1.0" encoding="UTF-8" standalone="yes"?>
<Relationships xmlns="http://schemas.openxmlformats.org/package/2006/relationships"><Relationship Id="rId3" Type="http://schemas.openxmlformats.org/officeDocument/2006/relationships/image" Target="../media/image52.wmf"/><Relationship Id="rId2" Type="http://schemas.openxmlformats.org/officeDocument/2006/relationships/oleObject" Target="../embeddings/oleObject2.bin"/><Relationship Id="rId1" Type="http://schemas.openxmlformats.org/officeDocument/2006/relationships/slideLayout" Target="../slideLayouts/slideLayout17.xml"/></Relationships>
</file>

<file path=ppt/slides/_rels/slide30.xml.rels><?xml version="1.0" encoding="UTF-8" standalone="yes"?>
<Relationships xmlns="http://schemas.openxmlformats.org/package/2006/relationships"><Relationship Id="rId3" Type="http://schemas.openxmlformats.org/officeDocument/2006/relationships/image" Target="../media/image53.wmf"/><Relationship Id="rId2" Type="http://schemas.openxmlformats.org/officeDocument/2006/relationships/oleObject" Target="../embeddings/oleObject3.bin"/><Relationship Id="rId1" Type="http://schemas.openxmlformats.org/officeDocument/2006/relationships/slideLayout" Target="../slideLayouts/slideLayout17.xml"/></Relationships>
</file>

<file path=ppt/slides/_rels/slide31.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17.xml"/></Relationships>
</file>

<file path=ppt/slides/_rels/slide32.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1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33.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12.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CC07320-C2CA-4E29-8481-9D9E143C77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Person writing on a notepad">
            <a:extLst>
              <a:ext uri="{FF2B5EF4-FFF2-40B4-BE49-F238E27FC236}">
                <a16:creationId xmlns:a16="http://schemas.microsoft.com/office/drawing/2014/main" id="{402CED30-0AD9-26BA-9FD6-0EB495721791}"/>
              </a:ext>
            </a:extLst>
          </p:cNvPr>
          <p:cNvPicPr>
            <a:picLocks noChangeAspect="1"/>
          </p:cNvPicPr>
          <p:nvPr/>
        </p:nvPicPr>
        <p:blipFill>
          <a:blip r:embed="rId2"/>
          <a:srcRect t="3920" b="6587"/>
          <a:stretch>
            <a:fillRect/>
          </a:stretch>
        </p:blipFill>
        <p:spPr>
          <a:xfrm>
            <a:off x="1" y="10"/>
            <a:ext cx="9669642" cy="6857990"/>
          </a:xfrm>
          <a:prstGeom prst="rect">
            <a:avLst/>
          </a:prstGeom>
        </p:spPr>
      </p:pic>
      <p:sp>
        <p:nvSpPr>
          <p:cNvPr id="11" name="Rectangle 10">
            <a:extLst>
              <a:ext uri="{FF2B5EF4-FFF2-40B4-BE49-F238E27FC236}">
                <a16:creationId xmlns:a16="http://schemas.microsoft.com/office/drawing/2014/main" id="{178FB36B-5BFE-42CA-BC60-1115E0D95E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25019"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Box 1"/>
          <p:cNvSpPr txBox="1"/>
          <p:nvPr/>
        </p:nvSpPr>
        <p:spPr>
          <a:xfrm>
            <a:off x="8279958" y="562110"/>
            <a:ext cx="3445765" cy="1592258"/>
          </a:xfrm>
          <a:prstGeom prst="rect">
            <a:avLst/>
          </a:prstGeom>
          <a:noFill/>
        </p:spPr>
        <p:txBody>
          <a:bodyPr vert="horz" lIns="91440" tIns="45720" rIns="91440" bIns="45720" rtlCol="0" anchor="b">
            <a:normAutofit/>
          </a:bodyPr>
          <a:lstStyle/>
          <a:p>
            <a:pPr defTabSz="914400">
              <a:lnSpc>
                <a:spcPct val="90000"/>
              </a:lnSpc>
              <a:spcBef>
                <a:spcPct val="0"/>
              </a:spcBef>
              <a:spcAft>
                <a:spcPts val="600"/>
              </a:spcAft>
            </a:pPr>
            <a:r>
              <a:rPr lang="en-US" sz="4000" b="1" dirty="0">
                <a:latin typeface="+mj-lt"/>
                <a:ea typeface="+mj-ea"/>
                <a:cs typeface="+mj-cs"/>
              </a:rPr>
              <a:t>Section 3: UML Modelling</a:t>
            </a:r>
          </a:p>
        </p:txBody>
      </p:sp>
      <p:sp>
        <p:nvSpPr>
          <p:cNvPr id="3" name="TextBox 2"/>
          <p:cNvSpPr txBox="1"/>
          <p:nvPr/>
        </p:nvSpPr>
        <p:spPr>
          <a:xfrm>
            <a:off x="8444690" y="4822294"/>
            <a:ext cx="3445766" cy="1485319"/>
          </a:xfrm>
          <a:prstGeom prst="rect">
            <a:avLst/>
          </a:prstGeom>
          <a:noFill/>
        </p:spPr>
        <p:txBody>
          <a:bodyPr vert="horz" lIns="91440" tIns="45720" rIns="91440" bIns="45720" rtlCol="0">
            <a:normAutofit/>
          </a:bodyPr>
          <a:lstStyle/>
          <a:p>
            <a:pPr defTabSz="914400">
              <a:lnSpc>
                <a:spcPct val="90000"/>
              </a:lnSpc>
              <a:spcBef>
                <a:spcPts val="1000"/>
              </a:spcBef>
            </a:pPr>
            <a:r>
              <a:rPr lang="en-US" sz="2400" dirty="0"/>
              <a:t>Software Design Workshop Series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5" name="Rectangle 34">
            <a:extLst>
              <a:ext uri="{FF2B5EF4-FFF2-40B4-BE49-F238E27FC236}">
                <a16:creationId xmlns:a16="http://schemas.microsoft.com/office/drawing/2014/main" id="{0C541B88-1AE9-40C3-AFD5-967787C197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Rectangle 35">
            <a:extLst>
              <a:ext uri="{FF2B5EF4-FFF2-40B4-BE49-F238E27FC236}">
                <a16:creationId xmlns:a16="http://schemas.microsoft.com/office/drawing/2014/main" id="{E5F17139-31EE-46AC-B04F-DBBD852DD6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890596"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Box 1"/>
          <p:cNvSpPr txBox="1"/>
          <p:nvPr/>
        </p:nvSpPr>
        <p:spPr>
          <a:xfrm>
            <a:off x="838200" y="1195697"/>
            <a:ext cx="3200400" cy="4238118"/>
          </a:xfrm>
          <a:prstGeom prst="rect">
            <a:avLst/>
          </a:prstGeom>
        </p:spPr>
        <p:txBody>
          <a:bodyPr vert="horz" lIns="91440" tIns="45720" rIns="91440" bIns="45720" rtlCol="0" anchor="ctr">
            <a:normAutofit/>
          </a:bodyPr>
          <a:lstStyle/>
          <a:p>
            <a:pPr defTabSz="914400">
              <a:lnSpc>
                <a:spcPct val="90000"/>
              </a:lnSpc>
              <a:spcBef>
                <a:spcPct val="0"/>
              </a:spcBef>
              <a:spcAft>
                <a:spcPts val="600"/>
              </a:spcAft>
            </a:pPr>
            <a:r>
              <a:rPr lang="en-US" sz="4400" b="1" kern="1200">
                <a:solidFill>
                  <a:schemeClr val="bg1"/>
                </a:solidFill>
                <a:latin typeface="+mj-lt"/>
                <a:ea typeface="+mj-ea"/>
                <a:cs typeface="+mj-cs"/>
              </a:rPr>
              <a:t>What is UML?</a:t>
            </a:r>
          </a:p>
        </p:txBody>
      </p:sp>
      <p:grpSp>
        <p:nvGrpSpPr>
          <p:cNvPr id="37" name="Graphic 38">
            <a:extLst>
              <a:ext uri="{FF2B5EF4-FFF2-40B4-BE49-F238E27FC236}">
                <a16:creationId xmlns:a16="http://schemas.microsoft.com/office/drawing/2014/main" id="{7CF625D3-71A3-4F30-A096-8EF334E959D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02912"/>
            <a:ext cx="1910252" cy="709660"/>
            <a:chOff x="2267504" y="2540250"/>
            <a:chExt cx="1990951" cy="739640"/>
          </a:xfrm>
          <a:solidFill>
            <a:schemeClr val="bg1"/>
          </a:solidFill>
        </p:grpSpPr>
        <p:sp>
          <p:nvSpPr>
            <p:cNvPr id="14" name="Freeform: Shape 13">
              <a:extLst>
                <a:ext uri="{FF2B5EF4-FFF2-40B4-BE49-F238E27FC236}">
                  <a16:creationId xmlns:a16="http://schemas.microsoft.com/office/drawing/2014/main" id="{C6754E2F-F56E-4BA3-99DD-8EBF110E34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54025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5835 h 286230"/>
                <a:gd name="connsiteX8" fmla="*/ 255835 w 1990951"/>
                <a:gd name="connsiteY8" fmla="*/ 0 h 286230"/>
                <a:gd name="connsiteX9" fmla="*/ 504071 w 1990951"/>
                <a:gd name="connsiteY9" fmla="*/ 245703 h 286230"/>
                <a:gd name="connsiteX10" fmla="*/ 749773 w 1990951"/>
                <a:gd name="connsiteY10" fmla="*/ 0 h 286230"/>
                <a:gd name="connsiteX11" fmla="*/ 995476 w 1990951"/>
                <a:gd name="connsiteY11" fmla="*/ 245703 h 286230"/>
                <a:gd name="connsiteX12" fmla="*/ 1243712 w 1990951"/>
                <a:gd name="connsiteY12" fmla="*/ 0 h 286230"/>
                <a:gd name="connsiteX13" fmla="*/ 1489414 w 1990951"/>
                <a:gd name="connsiteY13" fmla="*/ 245703 h 286230"/>
                <a:gd name="connsiteX14" fmla="*/ 1735117 w 1990951"/>
                <a:gd name="connsiteY14" fmla="*/ 0 h 286230"/>
                <a:gd name="connsiteX15" fmla="*/ 1990952 w 1990951"/>
                <a:gd name="connsiteY15" fmla="*/ 255835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grpFill/>
            <a:ln w="25320" cap="flat">
              <a:noFill/>
              <a:prstDash val="solid"/>
              <a:miter/>
            </a:ln>
          </p:spPr>
          <p:txBody>
            <a:bodyPr rtlCol="0" anchor="ctr"/>
            <a:lstStyle/>
            <a:p>
              <a:endParaRPr lang="en-US" dirty="0"/>
            </a:p>
          </p:txBody>
        </p:sp>
        <p:sp>
          <p:nvSpPr>
            <p:cNvPr id="38" name="Freeform: Shape 14">
              <a:extLst>
                <a:ext uri="{FF2B5EF4-FFF2-40B4-BE49-F238E27FC236}">
                  <a16:creationId xmlns:a16="http://schemas.microsoft.com/office/drawing/2014/main" id="{24A69059-7C49-49C6-B071-F2A9B558E0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99366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8368 h 286230"/>
                <a:gd name="connsiteX8" fmla="*/ 255835 w 1990951"/>
                <a:gd name="connsiteY8" fmla="*/ 0 h 286230"/>
                <a:gd name="connsiteX9" fmla="*/ 504071 w 1990951"/>
                <a:gd name="connsiteY9" fmla="*/ 248236 h 286230"/>
                <a:gd name="connsiteX10" fmla="*/ 749773 w 1990951"/>
                <a:gd name="connsiteY10" fmla="*/ 0 h 286230"/>
                <a:gd name="connsiteX11" fmla="*/ 995476 w 1990951"/>
                <a:gd name="connsiteY11" fmla="*/ 248236 h 286230"/>
                <a:gd name="connsiteX12" fmla="*/ 1243712 w 1990951"/>
                <a:gd name="connsiteY12" fmla="*/ 0 h 286230"/>
                <a:gd name="connsiteX13" fmla="*/ 1489414 w 1990951"/>
                <a:gd name="connsiteY13" fmla="*/ 248236 h 286230"/>
                <a:gd name="connsiteX14" fmla="*/ 1735117 w 1990951"/>
                <a:gd name="connsiteY14" fmla="*/ 0 h 286230"/>
                <a:gd name="connsiteX15" fmla="*/ 1990952 w 1990951"/>
                <a:gd name="connsiteY15" fmla="*/ 258368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grpFill/>
            <a:ln w="25320" cap="flat">
              <a:noFill/>
              <a:prstDash val="solid"/>
              <a:miter/>
            </a:ln>
          </p:spPr>
          <p:txBody>
            <a:bodyPr rtlCol="0" anchor="ctr"/>
            <a:lstStyle/>
            <a:p>
              <a:endParaRPr lang="en-US"/>
            </a:p>
          </p:txBody>
        </p:sp>
      </p:grpSp>
      <p:sp>
        <p:nvSpPr>
          <p:cNvPr id="39" name="Oval 38">
            <a:extLst>
              <a:ext uri="{FF2B5EF4-FFF2-40B4-BE49-F238E27FC236}">
                <a16:creationId xmlns:a16="http://schemas.microsoft.com/office/drawing/2014/main" id="{89D16701-DA76-4F72-BB63-E2C3FFBDFE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260" y="4752208"/>
            <a:ext cx="365021" cy="365021"/>
          </a:xfrm>
          <a:prstGeom prst="ellipse">
            <a:avLst/>
          </a:pr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40" name="Oval 39">
            <a:extLst>
              <a:ext uri="{FF2B5EF4-FFF2-40B4-BE49-F238E27FC236}">
                <a16:creationId xmlns:a16="http://schemas.microsoft.com/office/drawing/2014/main" id="{1CC28BE1-9DC6-43FE-9582-39F091098D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260" y="4752208"/>
            <a:ext cx="365021" cy="365021"/>
          </a:xfrm>
          <a:prstGeom prst="ellipse">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21" name="Graphic 4">
            <a:extLst>
              <a:ext uri="{FF2B5EF4-FFF2-40B4-BE49-F238E27FC236}">
                <a16:creationId xmlns:a16="http://schemas.microsoft.com/office/drawing/2014/main" id="{AF9AF3F3-CE0C-4125-BDD7-346487FA0B4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09667" y="5539935"/>
            <a:ext cx="975169" cy="975171"/>
            <a:chOff x="5829300" y="3162300"/>
            <a:chExt cx="532256" cy="532257"/>
          </a:xfrm>
          <a:solidFill>
            <a:schemeClr val="bg1"/>
          </a:solidFill>
        </p:grpSpPr>
        <p:sp>
          <p:nvSpPr>
            <p:cNvPr id="22" name="Freeform: Shape 21">
              <a:extLst>
                <a:ext uri="{FF2B5EF4-FFF2-40B4-BE49-F238E27FC236}">
                  <a16:creationId xmlns:a16="http://schemas.microsoft.com/office/drawing/2014/main" id="{B31DFBFA-CF4D-4940-9086-26F83E5C6B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9208" y="3192208"/>
              <a:ext cx="112966" cy="11296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27854033-BD20-4C77-8C5B-048F4B3BDD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1205" y="3164205"/>
              <a:ext cx="230314" cy="230314"/>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BC93AA74-BEB3-444F-835B-7AA6ECE617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29300" y="3162300"/>
              <a:ext cx="294131" cy="294131"/>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F00DF1C9-6952-4704-B8B3-95406E18E4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7205" y="3170110"/>
              <a:ext cx="337184" cy="337280"/>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B34783FD-297C-40D2-964B-DBAE4DE283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3207" y="3186207"/>
              <a:ext cx="364617" cy="364617"/>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DE621623-0357-4FD5-A1AC-4005010259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5305" y="3208305"/>
              <a:ext cx="380238" cy="380238"/>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024F346E-10A0-458F-A9CA-8C0079472F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02832" y="3235832"/>
              <a:ext cx="385191" cy="385191"/>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7937A2F7-01A9-47F3-BED6-B61D998408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35789" y="3268313"/>
              <a:ext cx="379761" cy="380237"/>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5B44DAF8-5073-441A-82E1-180385D35F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2841" y="3305841"/>
              <a:ext cx="364807" cy="364807"/>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52B0413D-0E36-4A90-8E6A-9EDC676A60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16370" y="3349466"/>
              <a:ext cx="337280" cy="337280"/>
            </a:xfrm>
            <a:custGeom>
              <a:avLst/>
              <a:gdLst>
                <a:gd name="connsiteX0" fmla="*/ 333470 w 337280"/>
                <a:gd name="connsiteY0" fmla="*/ 0 h 337280"/>
                <a:gd name="connsiteX1" fmla="*/ 337280 w 337280"/>
                <a:gd name="connsiteY1" fmla="*/ 13430 h 337280"/>
                <a:gd name="connsiteX2" fmla="*/ 13430 w 337280"/>
                <a:gd name="connsiteY2" fmla="*/ 337280 h 337280"/>
                <a:gd name="connsiteX3" fmla="*/ 0 w 337280"/>
                <a:gd name="connsiteY3" fmla="*/ 333470 h 337280"/>
              </a:gdLst>
              <a:ahLst/>
              <a:cxnLst>
                <a:cxn ang="0">
                  <a:pos x="connsiteX0" y="connsiteY0"/>
                </a:cxn>
                <a:cxn ang="0">
                  <a:pos x="connsiteX1" y="connsiteY1"/>
                </a:cxn>
                <a:cxn ang="0">
                  <a:pos x="connsiteX2" y="connsiteY2"/>
                </a:cxn>
                <a:cxn ang="0">
                  <a:pos x="connsiteX3" y="connsiteY3"/>
                </a:cxn>
              </a:cxnLst>
              <a:rect l="l" t="t" r="r" b="b"/>
              <a:pathLst>
                <a:path w="337280" h="337280">
                  <a:moveTo>
                    <a:pt x="333470" y="0"/>
                  </a:moveTo>
                  <a:cubicBezTo>
                    <a:pt x="334899" y="4382"/>
                    <a:pt x="336137" y="8858"/>
                    <a:pt x="337280" y="13430"/>
                  </a:cubicBezTo>
                  <a:lnTo>
                    <a:pt x="13430" y="337280"/>
                  </a:lnTo>
                  <a:cubicBezTo>
                    <a:pt x="8858" y="336137"/>
                    <a:pt x="4382" y="334899"/>
                    <a:pt x="0" y="333470"/>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86059ECF-0D50-48AD-B67A-645EC29D33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67329" y="3400425"/>
              <a:ext cx="294227" cy="294132"/>
            </a:xfrm>
            <a:custGeom>
              <a:avLst/>
              <a:gdLst>
                <a:gd name="connsiteX0" fmla="*/ 292989 w 294227"/>
                <a:gd name="connsiteY0" fmla="*/ 0 h 294132"/>
                <a:gd name="connsiteX1" fmla="*/ 294227 w 294227"/>
                <a:gd name="connsiteY1" fmla="*/ 15907 h 294132"/>
                <a:gd name="connsiteX2" fmla="*/ 15907 w 294227"/>
                <a:gd name="connsiteY2" fmla="*/ 294132 h 294132"/>
                <a:gd name="connsiteX3" fmla="*/ 0 w 294227"/>
                <a:gd name="connsiteY3" fmla="*/ 292894 h 294132"/>
              </a:gdLst>
              <a:ahLst/>
              <a:cxnLst>
                <a:cxn ang="0">
                  <a:pos x="connsiteX0" y="connsiteY0"/>
                </a:cxn>
                <a:cxn ang="0">
                  <a:pos x="connsiteX1" y="connsiteY1"/>
                </a:cxn>
                <a:cxn ang="0">
                  <a:pos x="connsiteX2" y="connsiteY2"/>
                </a:cxn>
                <a:cxn ang="0">
                  <a:pos x="connsiteX3" y="connsiteY3"/>
                </a:cxn>
              </a:cxnLst>
              <a:rect l="l" t="t" r="r" b="b"/>
              <a:pathLst>
                <a:path w="294227" h="294132">
                  <a:moveTo>
                    <a:pt x="292989" y="0"/>
                  </a:moveTo>
                  <a:cubicBezTo>
                    <a:pt x="293561" y="5334"/>
                    <a:pt x="293942" y="10668"/>
                    <a:pt x="294227" y="15907"/>
                  </a:cubicBezTo>
                  <a:lnTo>
                    <a:pt x="15907" y="294132"/>
                  </a:lnTo>
                  <a:cubicBezTo>
                    <a:pt x="10668" y="294132"/>
                    <a:pt x="5334" y="293465"/>
                    <a:pt x="0" y="292894"/>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B394906F-6BF2-447E-9886-F12708E128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29337" y="3462337"/>
              <a:ext cx="230314" cy="230314"/>
            </a:xfrm>
            <a:custGeom>
              <a:avLst/>
              <a:gdLst>
                <a:gd name="connsiteX0" fmla="*/ 230315 w 230314"/>
                <a:gd name="connsiteY0" fmla="*/ 0 h 230314"/>
                <a:gd name="connsiteX1" fmla="*/ 226886 w 230314"/>
                <a:gd name="connsiteY1" fmla="*/ 20574 h 230314"/>
                <a:gd name="connsiteX2" fmla="*/ 20669 w 230314"/>
                <a:gd name="connsiteY2" fmla="*/ 226790 h 230314"/>
                <a:gd name="connsiteX3" fmla="*/ 0 w 230314"/>
                <a:gd name="connsiteY3" fmla="*/ 230315 h 230314"/>
              </a:gdLst>
              <a:ahLst/>
              <a:cxnLst>
                <a:cxn ang="0">
                  <a:pos x="connsiteX0" y="connsiteY0"/>
                </a:cxn>
                <a:cxn ang="0">
                  <a:pos x="connsiteX1" y="connsiteY1"/>
                </a:cxn>
                <a:cxn ang="0">
                  <a:pos x="connsiteX2" y="connsiteY2"/>
                </a:cxn>
                <a:cxn ang="0">
                  <a:pos x="connsiteX3" y="connsiteY3"/>
                </a:cxn>
              </a:cxnLst>
              <a:rect l="l" t="t" r="r" b="b"/>
              <a:pathLst>
                <a:path w="230314" h="230314">
                  <a:moveTo>
                    <a:pt x="230315" y="0"/>
                  </a:moveTo>
                  <a:cubicBezTo>
                    <a:pt x="229457" y="6953"/>
                    <a:pt x="228314" y="13716"/>
                    <a:pt x="226886" y="20574"/>
                  </a:cubicBezTo>
                  <a:lnTo>
                    <a:pt x="20669" y="226790"/>
                  </a:lnTo>
                  <a:cubicBezTo>
                    <a:pt x="13811" y="228314"/>
                    <a:pt x="6953" y="229457"/>
                    <a:pt x="0" y="230315"/>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A45EB96B-215A-4EBF-A594-2B08222339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18682" y="3551682"/>
              <a:ext cx="112871" cy="112871"/>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9525" cap="flat">
              <a:noFill/>
              <a:prstDash val="solid"/>
              <a:miter/>
            </a:ln>
          </p:spPr>
          <p:txBody>
            <a:bodyPr rtlCol="0" anchor="ctr"/>
            <a:lstStyle/>
            <a:p>
              <a:endParaRPr lang="en-US" dirty="0"/>
            </a:p>
          </p:txBody>
        </p:sp>
      </p:grpSp>
      <p:graphicFrame>
        <p:nvGraphicFramePr>
          <p:cNvPr id="41" name="TextBox 2">
            <a:extLst>
              <a:ext uri="{FF2B5EF4-FFF2-40B4-BE49-F238E27FC236}">
                <a16:creationId xmlns:a16="http://schemas.microsoft.com/office/drawing/2014/main" id="{268406D1-B1AE-4776-4AD4-14D90BFCE486}"/>
              </a:ext>
            </a:extLst>
          </p:cNvPr>
          <p:cNvGraphicFramePr/>
          <p:nvPr>
            <p:extLst>
              <p:ext uri="{D42A27DB-BD31-4B8C-83A1-F6EECF244321}">
                <p14:modId xmlns:p14="http://schemas.microsoft.com/office/powerpoint/2010/main" val="505181851"/>
              </p:ext>
            </p:extLst>
          </p:nvPr>
        </p:nvGraphicFramePr>
        <p:xfrm>
          <a:off x="5484139" y="477540"/>
          <a:ext cx="6301601" cy="587880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C541B88-1AE9-40C3-AFD5-967787C197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E5F17139-31EE-46AC-B04F-DBBD852DD6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890596"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Box 1"/>
          <p:cNvSpPr txBox="1"/>
          <p:nvPr/>
        </p:nvSpPr>
        <p:spPr>
          <a:xfrm>
            <a:off x="838200" y="1195697"/>
            <a:ext cx="3200400" cy="4238118"/>
          </a:xfrm>
          <a:prstGeom prst="rect">
            <a:avLst/>
          </a:prstGeom>
        </p:spPr>
        <p:txBody>
          <a:bodyPr vert="horz" lIns="91440" tIns="45720" rIns="91440" bIns="45720" rtlCol="0" anchor="ctr">
            <a:normAutofit/>
          </a:bodyPr>
          <a:lstStyle/>
          <a:p>
            <a:pPr defTabSz="914400">
              <a:lnSpc>
                <a:spcPct val="90000"/>
              </a:lnSpc>
              <a:spcBef>
                <a:spcPct val="0"/>
              </a:spcBef>
              <a:spcAft>
                <a:spcPts val="600"/>
              </a:spcAft>
            </a:pPr>
            <a:r>
              <a:rPr lang="en-US" sz="4400" b="1" kern="1200">
                <a:solidFill>
                  <a:schemeClr val="bg1"/>
                </a:solidFill>
                <a:latin typeface="+mj-lt"/>
                <a:ea typeface="+mj-ea"/>
                <a:cs typeface="+mj-cs"/>
              </a:rPr>
              <a:t>Use Case Diagrams</a:t>
            </a:r>
          </a:p>
        </p:txBody>
      </p:sp>
      <p:grpSp>
        <p:nvGrpSpPr>
          <p:cNvPr id="13" name="Graphic 38">
            <a:extLst>
              <a:ext uri="{FF2B5EF4-FFF2-40B4-BE49-F238E27FC236}">
                <a16:creationId xmlns:a16="http://schemas.microsoft.com/office/drawing/2014/main" id="{7CF625D3-71A3-4F30-A096-8EF334E959D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02912"/>
            <a:ext cx="1910252" cy="709660"/>
            <a:chOff x="2267504" y="2540250"/>
            <a:chExt cx="1990951" cy="739640"/>
          </a:xfrm>
          <a:solidFill>
            <a:schemeClr val="bg1"/>
          </a:solidFill>
        </p:grpSpPr>
        <p:sp>
          <p:nvSpPr>
            <p:cNvPr id="14" name="Freeform: Shape 13">
              <a:extLst>
                <a:ext uri="{FF2B5EF4-FFF2-40B4-BE49-F238E27FC236}">
                  <a16:creationId xmlns:a16="http://schemas.microsoft.com/office/drawing/2014/main" id="{C6754E2F-F56E-4BA3-99DD-8EBF110E34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54025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5835 h 286230"/>
                <a:gd name="connsiteX8" fmla="*/ 255835 w 1990951"/>
                <a:gd name="connsiteY8" fmla="*/ 0 h 286230"/>
                <a:gd name="connsiteX9" fmla="*/ 504071 w 1990951"/>
                <a:gd name="connsiteY9" fmla="*/ 245703 h 286230"/>
                <a:gd name="connsiteX10" fmla="*/ 749773 w 1990951"/>
                <a:gd name="connsiteY10" fmla="*/ 0 h 286230"/>
                <a:gd name="connsiteX11" fmla="*/ 995476 w 1990951"/>
                <a:gd name="connsiteY11" fmla="*/ 245703 h 286230"/>
                <a:gd name="connsiteX12" fmla="*/ 1243712 w 1990951"/>
                <a:gd name="connsiteY12" fmla="*/ 0 h 286230"/>
                <a:gd name="connsiteX13" fmla="*/ 1489414 w 1990951"/>
                <a:gd name="connsiteY13" fmla="*/ 245703 h 286230"/>
                <a:gd name="connsiteX14" fmla="*/ 1735117 w 1990951"/>
                <a:gd name="connsiteY14" fmla="*/ 0 h 286230"/>
                <a:gd name="connsiteX15" fmla="*/ 1990952 w 1990951"/>
                <a:gd name="connsiteY15" fmla="*/ 255835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grpFill/>
            <a:ln w="25320" cap="flat">
              <a:noFill/>
              <a:prstDash val="solid"/>
              <a:miter/>
            </a:ln>
          </p:spPr>
          <p:txBody>
            <a:bodyPr rtlCol="0" anchor="ctr"/>
            <a:lstStyle/>
            <a:p>
              <a:endParaRPr lang="en-US" dirty="0"/>
            </a:p>
          </p:txBody>
        </p:sp>
        <p:sp>
          <p:nvSpPr>
            <p:cNvPr id="15" name="Freeform: Shape 14">
              <a:extLst>
                <a:ext uri="{FF2B5EF4-FFF2-40B4-BE49-F238E27FC236}">
                  <a16:creationId xmlns:a16="http://schemas.microsoft.com/office/drawing/2014/main" id="{24A69059-7C49-49C6-B071-F2A9B558E0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99366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8368 h 286230"/>
                <a:gd name="connsiteX8" fmla="*/ 255835 w 1990951"/>
                <a:gd name="connsiteY8" fmla="*/ 0 h 286230"/>
                <a:gd name="connsiteX9" fmla="*/ 504071 w 1990951"/>
                <a:gd name="connsiteY9" fmla="*/ 248236 h 286230"/>
                <a:gd name="connsiteX10" fmla="*/ 749773 w 1990951"/>
                <a:gd name="connsiteY10" fmla="*/ 0 h 286230"/>
                <a:gd name="connsiteX11" fmla="*/ 995476 w 1990951"/>
                <a:gd name="connsiteY11" fmla="*/ 248236 h 286230"/>
                <a:gd name="connsiteX12" fmla="*/ 1243712 w 1990951"/>
                <a:gd name="connsiteY12" fmla="*/ 0 h 286230"/>
                <a:gd name="connsiteX13" fmla="*/ 1489414 w 1990951"/>
                <a:gd name="connsiteY13" fmla="*/ 248236 h 286230"/>
                <a:gd name="connsiteX14" fmla="*/ 1735117 w 1990951"/>
                <a:gd name="connsiteY14" fmla="*/ 0 h 286230"/>
                <a:gd name="connsiteX15" fmla="*/ 1990952 w 1990951"/>
                <a:gd name="connsiteY15" fmla="*/ 258368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grpFill/>
            <a:ln w="25320" cap="flat">
              <a:noFill/>
              <a:prstDash val="solid"/>
              <a:miter/>
            </a:ln>
          </p:spPr>
          <p:txBody>
            <a:bodyPr rtlCol="0" anchor="ctr"/>
            <a:lstStyle/>
            <a:p>
              <a:endParaRPr lang="en-US"/>
            </a:p>
          </p:txBody>
        </p:sp>
      </p:grpSp>
      <p:sp>
        <p:nvSpPr>
          <p:cNvPr id="17" name="Oval 16">
            <a:extLst>
              <a:ext uri="{FF2B5EF4-FFF2-40B4-BE49-F238E27FC236}">
                <a16:creationId xmlns:a16="http://schemas.microsoft.com/office/drawing/2014/main" id="{89D16701-DA76-4F72-BB63-E2C3FFBDFE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260" y="4752208"/>
            <a:ext cx="365021" cy="365021"/>
          </a:xfrm>
          <a:prstGeom prst="ellipse">
            <a:avLst/>
          </a:pr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9" name="Oval 18">
            <a:extLst>
              <a:ext uri="{FF2B5EF4-FFF2-40B4-BE49-F238E27FC236}">
                <a16:creationId xmlns:a16="http://schemas.microsoft.com/office/drawing/2014/main" id="{1CC28BE1-9DC6-43FE-9582-39F091098D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260" y="4752208"/>
            <a:ext cx="365021" cy="365021"/>
          </a:xfrm>
          <a:prstGeom prst="ellipse">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21" name="Graphic 4">
            <a:extLst>
              <a:ext uri="{FF2B5EF4-FFF2-40B4-BE49-F238E27FC236}">
                <a16:creationId xmlns:a16="http://schemas.microsoft.com/office/drawing/2014/main" id="{AF9AF3F3-CE0C-4125-BDD7-346487FA0B4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09667" y="5539935"/>
            <a:ext cx="975169" cy="975171"/>
            <a:chOff x="5829300" y="3162300"/>
            <a:chExt cx="532256" cy="532257"/>
          </a:xfrm>
          <a:solidFill>
            <a:schemeClr val="bg1"/>
          </a:solidFill>
        </p:grpSpPr>
        <p:sp>
          <p:nvSpPr>
            <p:cNvPr id="22" name="Freeform: Shape 21">
              <a:extLst>
                <a:ext uri="{FF2B5EF4-FFF2-40B4-BE49-F238E27FC236}">
                  <a16:creationId xmlns:a16="http://schemas.microsoft.com/office/drawing/2014/main" id="{B31DFBFA-CF4D-4940-9086-26F83E5C6B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9208" y="3192208"/>
              <a:ext cx="112966" cy="11296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27854033-BD20-4C77-8C5B-048F4B3BDD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1205" y="3164205"/>
              <a:ext cx="230314" cy="230314"/>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BC93AA74-BEB3-444F-835B-7AA6ECE617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29300" y="3162300"/>
              <a:ext cx="294131" cy="294131"/>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F00DF1C9-6952-4704-B8B3-95406E18E4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7205" y="3170110"/>
              <a:ext cx="337184" cy="337280"/>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B34783FD-297C-40D2-964B-DBAE4DE283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3207" y="3186207"/>
              <a:ext cx="364617" cy="364617"/>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DE621623-0357-4FD5-A1AC-4005010259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5305" y="3208305"/>
              <a:ext cx="380238" cy="380238"/>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024F346E-10A0-458F-A9CA-8C0079472F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02832" y="3235832"/>
              <a:ext cx="385191" cy="385191"/>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7937A2F7-01A9-47F3-BED6-B61D998408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35789" y="3268313"/>
              <a:ext cx="379761" cy="380237"/>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5B44DAF8-5073-441A-82E1-180385D35F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2841" y="3305841"/>
              <a:ext cx="364807" cy="364807"/>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52B0413D-0E36-4A90-8E6A-9EDC676A60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16370" y="3349466"/>
              <a:ext cx="337280" cy="337280"/>
            </a:xfrm>
            <a:custGeom>
              <a:avLst/>
              <a:gdLst>
                <a:gd name="connsiteX0" fmla="*/ 333470 w 337280"/>
                <a:gd name="connsiteY0" fmla="*/ 0 h 337280"/>
                <a:gd name="connsiteX1" fmla="*/ 337280 w 337280"/>
                <a:gd name="connsiteY1" fmla="*/ 13430 h 337280"/>
                <a:gd name="connsiteX2" fmla="*/ 13430 w 337280"/>
                <a:gd name="connsiteY2" fmla="*/ 337280 h 337280"/>
                <a:gd name="connsiteX3" fmla="*/ 0 w 337280"/>
                <a:gd name="connsiteY3" fmla="*/ 333470 h 337280"/>
              </a:gdLst>
              <a:ahLst/>
              <a:cxnLst>
                <a:cxn ang="0">
                  <a:pos x="connsiteX0" y="connsiteY0"/>
                </a:cxn>
                <a:cxn ang="0">
                  <a:pos x="connsiteX1" y="connsiteY1"/>
                </a:cxn>
                <a:cxn ang="0">
                  <a:pos x="connsiteX2" y="connsiteY2"/>
                </a:cxn>
                <a:cxn ang="0">
                  <a:pos x="connsiteX3" y="connsiteY3"/>
                </a:cxn>
              </a:cxnLst>
              <a:rect l="l" t="t" r="r" b="b"/>
              <a:pathLst>
                <a:path w="337280" h="337280">
                  <a:moveTo>
                    <a:pt x="333470" y="0"/>
                  </a:moveTo>
                  <a:cubicBezTo>
                    <a:pt x="334899" y="4382"/>
                    <a:pt x="336137" y="8858"/>
                    <a:pt x="337280" y="13430"/>
                  </a:cubicBezTo>
                  <a:lnTo>
                    <a:pt x="13430" y="337280"/>
                  </a:lnTo>
                  <a:cubicBezTo>
                    <a:pt x="8858" y="336137"/>
                    <a:pt x="4382" y="334899"/>
                    <a:pt x="0" y="333470"/>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86059ECF-0D50-48AD-B67A-645EC29D33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67329" y="3400425"/>
              <a:ext cx="294227" cy="294132"/>
            </a:xfrm>
            <a:custGeom>
              <a:avLst/>
              <a:gdLst>
                <a:gd name="connsiteX0" fmla="*/ 292989 w 294227"/>
                <a:gd name="connsiteY0" fmla="*/ 0 h 294132"/>
                <a:gd name="connsiteX1" fmla="*/ 294227 w 294227"/>
                <a:gd name="connsiteY1" fmla="*/ 15907 h 294132"/>
                <a:gd name="connsiteX2" fmla="*/ 15907 w 294227"/>
                <a:gd name="connsiteY2" fmla="*/ 294132 h 294132"/>
                <a:gd name="connsiteX3" fmla="*/ 0 w 294227"/>
                <a:gd name="connsiteY3" fmla="*/ 292894 h 294132"/>
              </a:gdLst>
              <a:ahLst/>
              <a:cxnLst>
                <a:cxn ang="0">
                  <a:pos x="connsiteX0" y="connsiteY0"/>
                </a:cxn>
                <a:cxn ang="0">
                  <a:pos x="connsiteX1" y="connsiteY1"/>
                </a:cxn>
                <a:cxn ang="0">
                  <a:pos x="connsiteX2" y="connsiteY2"/>
                </a:cxn>
                <a:cxn ang="0">
                  <a:pos x="connsiteX3" y="connsiteY3"/>
                </a:cxn>
              </a:cxnLst>
              <a:rect l="l" t="t" r="r" b="b"/>
              <a:pathLst>
                <a:path w="294227" h="294132">
                  <a:moveTo>
                    <a:pt x="292989" y="0"/>
                  </a:moveTo>
                  <a:cubicBezTo>
                    <a:pt x="293561" y="5334"/>
                    <a:pt x="293942" y="10668"/>
                    <a:pt x="294227" y="15907"/>
                  </a:cubicBezTo>
                  <a:lnTo>
                    <a:pt x="15907" y="294132"/>
                  </a:lnTo>
                  <a:cubicBezTo>
                    <a:pt x="10668" y="294132"/>
                    <a:pt x="5334" y="293465"/>
                    <a:pt x="0" y="292894"/>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B394906F-6BF2-447E-9886-F12708E128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29337" y="3462337"/>
              <a:ext cx="230314" cy="230314"/>
            </a:xfrm>
            <a:custGeom>
              <a:avLst/>
              <a:gdLst>
                <a:gd name="connsiteX0" fmla="*/ 230315 w 230314"/>
                <a:gd name="connsiteY0" fmla="*/ 0 h 230314"/>
                <a:gd name="connsiteX1" fmla="*/ 226886 w 230314"/>
                <a:gd name="connsiteY1" fmla="*/ 20574 h 230314"/>
                <a:gd name="connsiteX2" fmla="*/ 20669 w 230314"/>
                <a:gd name="connsiteY2" fmla="*/ 226790 h 230314"/>
                <a:gd name="connsiteX3" fmla="*/ 0 w 230314"/>
                <a:gd name="connsiteY3" fmla="*/ 230315 h 230314"/>
              </a:gdLst>
              <a:ahLst/>
              <a:cxnLst>
                <a:cxn ang="0">
                  <a:pos x="connsiteX0" y="connsiteY0"/>
                </a:cxn>
                <a:cxn ang="0">
                  <a:pos x="connsiteX1" y="connsiteY1"/>
                </a:cxn>
                <a:cxn ang="0">
                  <a:pos x="connsiteX2" y="connsiteY2"/>
                </a:cxn>
                <a:cxn ang="0">
                  <a:pos x="connsiteX3" y="connsiteY3"/>
                </a:cxn>
              </a:cxnLst>
              <a:rect l="l" t="t" r="r" b="b"/>
              <a:pathLst>
                <a:path w="230314" h="230314">
                  <a:moveTo>
                    <a:pt x="230315" y="0"/>
                  </a:moveTo>
                  <a:cubicBezTo>
                    <a:pt x="229457" y="6953"/>
                    <a:pt x="228314" y="13716"/>
                    <a:pt x="226886" y="20574"/>
                  </a:cubicBezTo>
                  <a:lnTo>
                    <a:pt x="20669" y="226790"/>
                  </a:lnTo>
                  <a:cubicBezTo>
                    <a:pt x="13811" y="228314"/>
                    <a:pt x="6953" y="229457"/>
                    <a:pt x="0" y="230315"/>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A45EB96B-215A-4EBF-A594-2B08222339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18682" y="3551682"/>
              <a:ext cx="112871" cy="112871"/>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9525" cap="flat">
              <a:noFill/>
              <a:prstDash val="solid"/>
              <a:miter/>
            </a:ln>
          </p:spPr>
          <p:txBody>
            <a:bodyPr rtlCol="0" anchor="ctr"/>
            <a:lstStyle/>
            <a:p>
              <a:endParaRPr lang="en-US" dirty="0"/>
            </a:p>
          </p:txBody>
        </p:sp>
      </p:grpSp>
      <p:graphicFrame>
        <p:nvGraphicFramePr>
          <p:cNvPr id="5" name="TextBox 2">
            <a:extLst>
              <a:ext uri="{FF2B5EF4-FFF2-40B4-BE49-F238E27FC236}">
                <a16:creationId xmlns:a16="http://schemas.microsoft.com/office/drawing/2014/main" id="{EBAB152A-FBE5-784C-A89E-40FDCE008B8F}"/>
              </a:ext>
            </a:extLst>
          </p:cNvPr>
          <p:cNvGraphicFramePr/>
          <p:nvPr>
            <p:extLst>
              <p:ext uri="{D42A27DB-BD31-4B8C-83A1-F6EECF244321}">
                <p14:modId xmlns:p14="http://schemas.microsoft.com/office/powerpoint/2010/main" val="2867487560"/>
              </p:ext>
            </p:extLst>
          </p:nvPr>
        </p:nvGraphicFramePr>
        <p:xfrm>
          <a:off x="5484139" y="477540"/>
          <a:ext cx="6301601" cy="587880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D7A764-9D64-7EA0-5B5A-02F0BE2E1485}"/>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62D7E068-6FFC-7720-1919-7F5D259149DA}"/>
              </a:ext>
            </a:extLst>
          </p:cNvPr>
          <p:cNvSpPr>
            <a:spLocks noGrp="1"/>
          </p:cNvSpPr>
          <p:nvPr>
            <p:ph type="body" sz="quarter" idx="10"/>
          </p:nvPr>
        </p:nvSpPr>
        <p:spPr/>
        <p:txBody>
          <a:bodyPr/>
          <a:lstStyle/>
          <a:p>
            <a:r>
              <a:rPr lang="en-GB" dirty="0"/>
              <a:t>UML diagrams</a:t>
            </a:r>
          </a:p>
          <a:p>
            <a:endParaRPr lang="en-GB" dirty="0"/>
          </a:p>
        </p:txBody>
      </p:sp>
      <p:sp>
        <p:nvSpPr>
          <p:cNvPr id="3" name="Text Placeholder 2">
            <a:extLst>
              <a:ext uri="{FF2B5EF4-FFF2-40B4-BE49-F238E27FC236}">
                <a16:creationId xmlns:a16="http://schemas.microsoft.com/office/drawing/2014/main" id="{7D9A6967-162B-3D93-6262-F77D48509997}"/>
              </a:ext>
            </a:extLst>
          </p:cNvPr>
          <p:cNvSpPr>
            <a:spLocks noGrp="1"/>
          </p:cNvSpPr>
          <p:nvPr>
            <p:ph type="body" sz="quarter" idx="15"/>
          </p:nvPr>
        </p:nvSpPr>
        <p:spPr>
          <a:xfrm>
            <a:off x="4702841" y="957615"/>
            <a:ext cx="6770687" cy="438356"/>
          </a:xfrm>
        </p:spPr>
        <p:txBody>
          <a:bodyPr/>
          <a:lstStyle/>
          <a:p>
            <a:r>
              <a:rPr lang="en-GB" b="1" i="0" dirty="0">
                <a:solidFill>
                  <a:srgbClr val="474747"/>
                </a:solidFill>
                <a:effectLst/>
                <a:latin typeface="Google Sans"/>
              </a:rPr>
              <a:t>UML standards has 13 different types of diagrams: </a:t>
            </a:r>
          </a:p>
        </p:txBody>
      </p:sp>
      <p:sp>
        <p:nvSpPr>
          <p:cNvPr id="4" name="Slide Number Placeholder 3">
            <a:extLst>
              <a:ext uri="{FF2B5EF4-FFF2-40B4-BE49-F238E27FC236}">
                <a16:creationId xmlns:a16="http://schemas.microsoft.com/office/drawing/2014/main" id="{4CF601DD-DF08-AA67-8B82-4599E8080582}"/>
              </a:ext>
            </a:extLst>
          </p:cNvPr>
          <p:cNvSpPr>
            <a:spLocks noGrp="1"/>
          </p:cNvSpPr>
          <p:nvPr>
            <p:ph type="sldNum" sz="quarter" idx="4"/>
          </p:nvPr>
        </p:nvSpPr>
        <p:spPr/>
        <p:txBody>
          <a:bodyPr/>
          <a:lstStyle/>
          <a:p>
            <a:fld id="{EF892D59-8F09-EF4B-AD6D-DA609442F868}" type="slidenum">
              <a:rPr lang="en-GB" smtClean="0"/>
              <a:pPr/>
              <a:t>4</a:t>
            </a:fld>
            <a:endParaRPr lang="en-GB"/>
          </a:p>
        </p:txBody>
      </p:sp>
      <p:sp>
        <p:nvSpPr>
          <p:cNvPr id="5" name="TextBox 4">
            <a:extLst>
              <a:ext uri="{FF2B5EF4-FFF2-40B4-BE49-F238E27FC236}">
                <a16:creationId xmlns:a16="http://schemas.microsoft.com/office/drawing/2014/main" id="{B54361AC-CADE-22B1-AEBE-85A209F93E17}"/>
              </a:ext>
            </a:extLst>
          </p:cNvPr>
          <p:cNvSpPr txBox="1"/>
          <p:nvPr/>
        </p:nvSpPr>
        <p:spPr>
          <a:xfrm>
            <a:off x="5632973" y="6142340"/>
            <a:ext cx="5623448" cy="369332"/>
          </a:xfrm>
          <a:prstGeom prst="rect">
            <a:avLst/>
          </a:prstGeom>
          <a:solidFill>
            <a:schemeClr val="bg2">
              <a:lumMod val="25000"/>
            </a:schemeClr>
          </a:solidFill>
          <a:ln>
            <a:noFill/>
          </a:ln>
          <a:effectLst>
            <a:outerShdw blurRad="50800" dist="38100" algn="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wrap="square" rtlCol="0">
            <a:spAutoFit/>
          </a:bodyPr>
          <a:lstStyle/>
          <a:p>
            <a:pPr algn="ctr"/>
            <a:r>
              <a:rPr lang="en-GB" b="1" dirty="0"/>
              <a:t>In this section we will explore three of the diagram</a:t>
            </a:r>
          </a:p>
        </p:txBody>
      </p:sp>
      <p:graphicFrame>
        <p:nvGraphicFramePr>
          <p:cNvPr id="16" name="Diagram 15">
            <a:extLst>
              <a:ext uri="{FF2B5EF4-FFF2-40B4-BE49-F238E27FC236}">
                <a16:creationId xmlns:a16="http://schemas.microsoft.com/office/drawing/2014/main" id="{AD710995-0153-0DCB-FDC3-86787F4D5C34}"/>
              </a:ext>
            </a:extLst>
          </p:cNvPr>
          <p:cNvGraphicFramePr/>
          <p:nvPr>
            <p:extLst>
              <p:ext uri="{D42A27DB-BD31-4B8C-83A1-F6EECF244321}">
                <p14:modId xmlns:p14="http://schemas.microsoft.com/office/powerpoint/2010/main" val="1334830055"/>
              </p:ext>
            </p:extLst>
          </p:nvPr>
        </p:nvGraphicFramePr>
        <p:xfrm>
          <a:off x="4702841" y="1563560"/>
          <a:ext cx="7074252" cy="4207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013887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466722" y="586855"/>
            <a:ext cx="3201366" cy="3387497"/>
          </a:xfrm>
          <a:prstGeom prst="rect">
            <a:avLst/>
          </a:prstGeom>
        </p:spPr>
        <p:txBody>
          <a:bodyPr vert="horz" lIns="91440" tIns="45720" rIns="91440" bIns="45720" rtlCol="0" anchor="b">
            <a:normAutofit/>
          </a:bodyPr>
          <a:lstStyle/>
          <a:p>
            <a:pPr algn="r" defTabSz="914400">
              <a:lnSpc>
                <a:spcPct val="90000"/>
              </a:lnSpc>
              <a:spcBef>
                <a:spcPct val="0"/>
              </a:spcBef>
              <a:spcAft>
                <a:spcPts val="600"/>
              </a:spcAft>
            </a:pPr>
            <a:r>
              <a:rPr lang="en-US" sz="4000" b="1" kern="1200">
                <a:solidFill>
                  <a:srgbClr val="FFFFFF"/>
                </a:solidFill>
                <a:latin typeface="+mj-lt"/>
                <a:ea typeface="+mj-ea"/>
                <a:cs typeface="+mj-cs"/>
              </a:rPr>
              <a:t>Use Case Example</a:t>
            </a:r>
          </a:p>
        </p:txBody>
      </p:sp>
      <p:graphicFrame>
        <p:nvGraphicFramePr>
          <p:cNvPr id="22" name="TextBox 2">
            <a:extLst>
              <a:ext uri="{FF2B5EF4-FFF2-40B4-BE49-F238E27FC236}">
                <a16:creationId xmlns:a16="http://schemas.microsoft.com/office/drawing/2014/main" id="{FF5D3E04-1A61-4E18-929E-0C94A0CBED32}"/>
              </a:ext>
            </a:extLst>
          </p:cNvPr>
          <p:cNvGraphicFramePr/>
          <p:nvPr>
            <p:extLst>
              <p:ext uri="{D42A27DB-BD31-4B8C-83A1-F6EECF244321}">
                <p14:modId xmlns:p14="http://schemas.microsoft.com/office/powerpoint/2010/main" val="773297729"/>
              </p:ext>
            </p:extLst>
          </p:nvPr>
        </p:nvGraphicFramePr>
        <p:xfrm>
          <a:off x="4203572" y="1188743"/>
          <a:ext cx="7821257" cy="486036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Box 1"/>
          <p:cNvSpPr txBox="1"/>
          <p:nvPr/>
        </p:nvSpPr>
        <p:spPr>
          <a:xfrm>
            <a:off x="1371597" y="348865"/>
            <a:ext cx="10044023" cy="877729"/>
          </a:xfrm>
          <a:prstGeom prst="rect">
            <a:avLst/>
          </a:prstGeom>
        </p:spPr>
        <p:txBody>
          <a:bodyPr vert="horz" lIns="91440" tIns="45720" rIns="91440" bIns="45720" rtlCol="0" anchor="ctr">
            <a:normAutofit/>
          </a:bodyPr>
          <a:lstStyle/>
          <a:p>
            <a:pPr defTabSz="914400">
              <a:lnSpc>
                <a:spcPct val="90000"/>
              </a:lnSpc>
              <a:spcBef>
                <a:spcPct val="0"/>
              </a:spcBef>
              <a:spcAft>
                <a:spcPts val="600"/>
              </a:spcAft>
            </a:pPr>
            <a:r>
              <a:rPr lang="en-US" sz="4000" b="1" kern="1200">
                <a:solidFill>
                  <a:srgbClr val="FFFFFF"/>
                </a:solidFill>
                <a:latin typeface="+mj-lt"/>
                <a:ea typeface="+mj-ea"/>
                <a:cs typeface="+mj-cs"/>
              </a:rPr>
              <a:t>Sequence Diagrams</a:t>
            </a:r>
          </a:p>
        </p:txBody>
      </p:sp>
      <p:graphicFrame>
        <p:nvGraphicFramePr>
          <p:cNvPr id="5" name="TextBox 2">
            <a:extLst>
              <a:ext uri="{FF2B5EF4-FFF2-40B4-BE49-F238E27FC236}">
                <a16:creationId xmlns:a16="http://schemas.microsoft.com/office/drawing/2014/main" id="{771E2EDF-CDD2-2932-3585-120ADA6C10E3}"/>
              </a:ext>
            </a:extLst>
          </p:cNvPr>
          <p:cNvGraphicFramePr/>
          <p:nvPr>
            <p:extLst>
              <p:ext uri="{D42A27DB-BD31-4B8C-83A1-F6EECF244321}">
                <p14:modId xmlns:p14="http://schemas.microsoft.com/office/powerpoint/2010/main" val="3033647567"/>
              </p:ext>
            </p:extLst>
          </p:nvPr>
        </p:nvGraphicFramePr>
        <p:xfrm>
          <a:off x="116405" y="1291964"/>
          <a:ext cx="10044023" cy="236563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extBox 2">
            <a:extLst>
              <a:ext uri="{FF2B5EF4-FFF2-40B4-BE49-F238E27FC236}">
                <a16:creationId xmlns:a16="http://schemas.microsoft.com/office/drawing/2014/main" id="{B9E6CB5A-B06C-877D-4F73-49FBA9655514}"/>
              </a:ext>
            </a:extLst>
          </p:cNvPr>
          <p:cNvSpPr txBox="1"/>
          <p:nvPr/>
        </p:nvSpPr>
        <p:spPr>
          <a:xfrm>
            <a:off x="2941308" y="3496407"/>
            <a:ext cx="4573649" cy="3046988"/>
          </a:xfrm>
          <a:prstGeom prst="rect">
            <a:avLst/>
          </a:prstGeom>
          <a:ln>
            <a:noFill/>
          </a:ln>
          <a:effectLst>
            <a:outerShdw blurRad="50800" dist="38100" algn="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wrap="square" rtlCol="0">
            <a:spAutoFit/>
          </a:bodyPr>
          <a:lstStyle/>
          <a:p>
            <a:r>
              <a:rPr lang="en-GB" sz="1600" b="1" dirty="0"/>
              <a:t>User</a:t>
            </a:r>
            <a:r>
              <a:rPr lang="en-GB" sz="1600" dirty="0"/>
              <a:t>            	   </a:t>
            </a:r>
            <a:r>
              <a:rPr lang="en-GB" sz="1600" b="1" dirty="0"/>
              <a:t>WebApp</a:t>
            </a:r>
            <a:r>
              <a:rPr lang="en-GB" sz="1600" dirty="0"/>
              <a:t>                	</a:t>
            </a:r>
            <a:r>
              <a:rPr lang="en-GB" sz="1600" b="1" dirty="0"/>
              <a:t>Database</a:t>
            </a:r>
          </a:p>
          <a:p>
            <a:r>
              <a:rPr lang="en-GB" sz="1600" dirty="0"/>
              <a:t> |                  		|                       		|</a:t>
            </a:r>
          </a:p>
          <a:p>
            <a:r>
              <a:rPr lang="en-GB" sz="1600" dirty="0"/>
              <a:t> |----- Login </a:t>
            </a:r>
            <a:r>
              <a:rPr lang="en-GB" sz="1600" dirty="0" err="1"/>
              <a:t>Req</a:t>
            </a:r>
            <a:r>
              <a:rPr lang="en-GB" sz="1600" dirty="0"/>
              <a:t> -----</a:t>
            </a:r>
            <a:r>
              <a:rPr lang="en-GB" sz="1600" b="1" dirty="0"/>
              <a:t>&gt; </a:t>
            </a:r>
            <a:r>
              <a:rPr lang="en-GB" sz="1600" dirty="0"/>
              <a:t>	|                       		|</a:t>
            </a:r>
          </a:p>
          <a:p>
            <a:r>
              <a:rPr lang="en-GB" sz="1600" dirty="0"/>
              <a:t> |                  		|--- Query User ------</a:t>
            </a:r>
            <a:r>
              <a:rPr lang="en-GB" sz="1600" b="1" dirty="0"/>
              <a:t>&gt;</a:t>
            </a:r>
            <a:r>
              <a:rPr lang="en-GB" sz="1600" dirty="0"/>
              <a:t>	|</a:t>
            </a:r>
          </a:p>
          <a:p>
            <a:r>
              <a:rPr lang="en-GB" sz="1600" dirty="0"/>
              <a:t> |                  		|</a:t>
            </a:r>
            <a:r>
              <a:rPr lang="en-GB" sz="1600" b="1" dirty="0"/>
              <a:t>&lt;</a:t>
            </a:r>
            <a:r>
              <a:rPr lang="en-GB" sz="1600" dirty="0"/>
              <a:t>--- User Record -----	|</a:t>
            </a:r>
          </a:p>
          <a:p>
            <a:r>
              <a:rPr lang="en-GB" sz="1600" dirty="0"/>
              <a:t> |</a:t>
            </a:r>
            <a:r>
              <a:rPr lang="en-GB" sz="1600" b="1" dirty="0"/>
              <a:t>&lt;</a:t>
            </a:r>
            <a:r>
              <a:rPr lang="en-GB" sz="1600" dirty="0"/>
              <a:t>--- Auth Result ----	|                       		|</a:t>
            </a:r>
          </a:p>
          <a:p>
            <a:r>
              <a:rPr lang="en-GB" sz="1600" dirty="0"/>
              <a:t> |                  		|                       		|</a:t>
            </a:r>
          </a:p>
          <a:p>
            <a:r>
              <a:rPr lang="en-GB" sz="1600" dirty="0"/>
              <a:t> |----- View Data ----</a:t>
            </a:r>
            <a:r>
              <a:rPr lang="en-GB" sz="1600" b="1" dirty="0"/>
              <a:t>&gt; </a:t>
            </a:r>
            <a:r>
              <a:rPr lang="en-GB" sz="1600" dirty="0"/>
              <a:t>	|                       		|</a:t>
            </a:r>
          </a:p>
          <a:p>
            <a:r>
              <a:rPr lang="en-GB" sz="1600" dirty="0"/>
              <a:t> |                  		|--- Fetch Data -------</a:t>
            </a:r>
            <a:r>
              <a:rPr lang="en-GB" sz="1600" b="1" dirty="0"/>
              <a:t>&gt;</a:t>
            </a:r>
            <a:r>
              <a:rPr lang="en-GB" sz="1600" dirty="0"/>
              <a:t>	|</a:t>
            </a:r>
          </a:p>
          <a:p>
            <a:r>
              <a:rPr lang="en-GB" sz="1600" dirty="0"/>
              <a:t> |                  		|</a:t>
            </a:r>
            <a:r>
              <a:rPr lang="en-GB" sz="1600" b="1" dirty="0"/>
              <a:t>&lt;</a:t>
            </a:r>
            <a:r>
              <a:rPr lang="en-GB" sz="1600" dirty="0"/>
              <a:t>--- Data Result ------	|</a:t>
            </a:r>
          </a:p>
          <a:p>
            <a:r>
              <a:rPr lang="en-GB" sz="1600" dirty="0"/>
              <a:t> |</a:t>
            </a:r>
            <a:r>
              <a:rPr lang="en-GB" sz="1600" b="1" dirty="0"/>
              <a:t>&lt;</a:t>
            </a:r>
            <a:r>
              <a:rPr lang="en-GB" sz="1600" dirty="0"/>
              <a:t>-- Display Data- 	|                       		|</a:t>
            </a:r>
          </a:p>
          <a:p>
            <a:r>
              <a:rPr lang="en-GB" sz="1600" dirty="0"/>
              <a:t> |                  		|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2659FDB4-FCBE-4A89-B46D-43D4FA544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313"/>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extBox 1"/>
          <p:cNvSpPr txBox="1"/>
          <p:nvPr/>
        </p:nvSpPr>
        <p:spPr>
          <a:xfrm>
            <a:off x="479394" y="1070800"/>
            <a:ext cx="3410458" cy="5583126"/>
          </a:xfrm>
          <a:prstGeom prst="rect">
            <a:avLst/>
          </a:prstGeom>
        </p:spPr>
        <p:txBody>
          <a:bodyPr vert="horz" lIns="91440" tIns="45720" rIns="91440" bIns="45720" rtlCol="0" anchor="ctr">
            <a:normAutofit/>
          </a:bodyPr>
          <a:lstStyle/>
          <a:p>
            <a:pPr algn="r" defTabSz="914400">
              <a:lnSpc>
                <a:spcPct val="90000"/>
              </a:lnSpc>
              <a:spcBef>
                <a:spcPct val="0"/>
              </a:spcBef>
              <a:spcAft>
                <a:spcPts val="600"/>
              </a:spcAft>
            </a:pPr>
            <a:r>
              <a:rPr lang="en-US" sz="3200" b="1" kern="1200" dirty="0">
                <a:solidFill>
                  <a:schemeClr val="tx1"/>
                </a:solidFill>
                <a:latin typeface="+mj-lt"/>
                <a:ea typeface="+mj-ea"/>
                <a:cs typeface="+mj-cs"/>
              </a:rPr>
              <a:t>Aligning UML </a:t>
            </a:r>
            <a:br>
              <a:rPr lang="en-US" sz="3200" b="1" kern="1200" dirty="0">
                <a:solidFill>
                  <a:schemeClr val="tx1"/>
                </a:solidFill>
                <a:latin typeface="+mj-lt"/>
                <a:ea typeface="+mj-ea"/>
                <a:cs typeface="+mj-cs"/>
              </a:rPr>
            </a:br>
            <a:r>
              <a:rPr lang="en-US" sz="3200" b="1" kern="1200" dirty="0">
                <a:solidFill>
                  <a:schemeClr val="tx1"/>
                </a:solidFill>
                <a:latin typeface="+mj-lt"/>
                <a:ea typeface="+mj-ea"/>
                <a:cs typeface="+mj-cs"/>
              </a:rPr>
              <a:t>with User Stories</a:t>
            </a:r>
          </a:p>
        </p:txBody>
      </p:sp>
      <p:cxnSp>
        <p:nvCxnSpPr>
          <p:cNvPr id="26" name="Straight Connector 25">
            <a:extLst>
              <a:ext uri="{FF2B5EF4-FFF2-40B4-BE49-F238E27FC236}">
                <a16:creationId xmlns:a16="http://schemas.microsoft.com/office/drawing/2014/main" id="{C8F51B3F-8331-4E4A-AE96-D47B1006EE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28053" y="1132114"/>
            <a:ext cx="0" cy="5717573"/>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graphicFrame>
        <p:nvGraphicFramePr>
          <p:cNvPr id="5" name="TextBox 2">
            <a:extLst>
              <a:ext uri="{FF2B5EF4-FFF2-40B4-BE49-F238E27FC236}">
                <a16:creationId xmlns:a16="http://schemas.microsoft.com/office/drawing/2014/main" id="{CAB0ECD3-4911-7D02-E145-6A9AC8CDBF76}"/>
              </a:ext>
            </a:extLst>
          </p:cNvPr>
          <p:cNvGraphicFramePr/>
          <p:nvPr>
            <p:extLst>
              <p:ext uri="{D42A27DB-BD31-4B8C-83A1-F6EECF244321}">
                <p14:modId xmlns:p14="http://schemas.microsoft.com/office/powerpoint/2010/main" val="4258596647"/>
              </p:ext>
            </p:extLst>
          </p:nvPr>
        </p:nvGraphicFramePr>
        <p:xfrm>
          <a:off x="4911972" y="1070800"/>
          <a:ext cx="6800631" cy="542378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CAAEA52-2267-457F-0CBA-58EDD9D12BED}"/>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39F23E05-E5C5-497C-A842-7BD21B2076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7B846DE5-836A-ABB6-356E-5983488AEB25}"/>
              </a:ext>
            </a:extLst>
          </p:cNvPr>
          <p:cNvSpPr>
            <a:spLocks noGrp="1"/>
          </p:cNvSpPr>
          <p:nvPr>
            <p:ph type="title"/>
          </p:nvPr>
        </p:nvSpPr>
        <p:spPr>
          <a:xfrm>
            <a:off x="838200" y="365126"/>
            <a:ext cx="10515600" cy="1306440"/>
          </a:xfrm>
        </p:spPr>
        <p:txBody>
          <a:bodyPr vert="horz" lIns="91440" tIns="45720" rIns="91440" bIns="45720" rtlCol="0" anchor="ctr">
            <a:normAutofit/>
          </a:bodyPr>
          <a:lstStyle/>
          <a:p>
            <a:pPr algn="l" defTabSz="914400">
              <a:lnSpc>
                <a:spcPct val="90000"/>
              </a:lnSpc>
            </a:pPr>
            <a:r>
              <a:rPr lang="en-US" sz="4000" dirty="0"/>
              <a:t>What Is a Use Case diagram?</a:t>
            </a:r>
          </a:p>
        </p:txBody>
      </p:sp>
      <p:sp>
        <p:nvSpPr>
          <p:cNvPr id="2" name="TextBox 1">
            <a:extLst>
              <a:ext uri="{FF2B5EF4-FFF2-40B4-BE49-F238E27FC236}">
                <a16:creationId xmlns:a16="http://schemas.microsoft.com/office/drawing/2014/main" id="{1E541267-0B63-FAF9-7239-933078541AD2}"/>
              </a:ext>
            </a:extLst>
          </p:cNvPr>
          <p:cNvSpPr txBox="1"/>
          <p:nvPr/>
        </p:nvSpPr>
        <p:spPr>
          <a:xfrm>
            <a:off x="586478" y="1683756"/>
            <a:ext cx="3115265" cy="2396359"/>
          </a:xfrm>
          <a:prstGeom prst="rect">
            <a:avLst/>
          </a:prstGeom>
        </p:spPr>
        <p:txBody>
          <a:bodyPr vert="horz" lIns="91440" tIns="45720" rIns="91440" bIns="45720" rtlCol="0" anchor="b">
            <a:normAutofit/>
          </a:bodyPr>
          <a:lstStyle/>
          <a:p>
            <a:pPr algn="r" defTabSz="914400">
              <a:lnSpc>
                <a:spcPct val="90000"/>
              </a:lnSpc>
              <a:spcBef>
                <a:spcPct val="0"/>
              </a:spcBef>
              <a:spcAft>
                <a:spcPts val="600"/>
              </a:spcAft>
            </a:pPr>
            <a:r>
              <a:rPr lang="en-US" sz="4000" b="1" kern="1200" dirty="0">
                <a:solidFill>
                  <a:srgbClr val="FFFFFF"/>
                </a:solidFill>
                <a:latin typeface="+mj-lt"/>
                <a:ea typeface="+mj-ea"/>
                <a:cs typeface="+mj-cs"/>
              </a:rPr>
              <a:t>Aligning UML with User Stories</a:t>
            </a:r>
          </a:p>
        </p:txBody>
      </p:sp>
      <p:graphicFrame>
        <p:nvGraphicFramePr>
          <p:cNvPr id="5" name="TextBox 2">
            <a:extLst>
              <a:ext uri="{FF2B5EF4-FFF2-40B4-BE49-F238E27FC236}">
                <a16:creationId xmlns:a16="http://schemas.microsoft.com/office/drawing/2014/main" id="{5A3A72D6-897A-8979-9CB8-558B159315EB}"/>
              </a:ext>
            </a:extLst>
          </p:cNvPr>
          <p:cNvGraphicFramePr/>
          <p:nvPr>
            <p:extLst>
              <p:ext uri="{D42A27DB-BD31-4B8C-83A1-F6EECF244321}">
                <p14:modId xmlns:p14="http://schemas.microsoft.com/office/powerpoint/2010/main" val="1307032335"/>
              </p:ext>
            </p:extLst>
          </p:nvPr>
        </p:nvGraphicFramePr>
        <p:xfrm>
          <a:off x="2140867" y="1727923"/>
          <a:ext cx="7907215" cy="43014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475139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0BA24C-1F53-8EBA-97C4-04A95350EBB7}"/>
            </a:ext>
          </a:extLst>
        </p:cNvPr>
        <p:cNvGrpSpPr/>
        <p:nvPr/>
      </p:nvGrpSpPr>
      <p:grpSpPr>
        <a:xfrm>
          <a:off x="0" y="0"/>
          <a:ext cx="0" cy="0"/>
          <a:chOff x="0" y="0"/>
          <a:chExt cx="0" cy="0"/>
        </a:xfrm>
      </p:grpSpPr>
      <p:sp>
        <p:nvSpPr>
          <p:cNvPr id="55" name="Rectangle 54">
            <a:extLst>
              <a:ext uri="{FF2B5EF4-FFF2-40B4-BE49-F238E27FC236}">
                <a16:creationId xmlns:a16="http://schemas.microsoft.com/office/drawing/2014/main" id="{B075BF41-FFB1-F1BB-73DC-378B3B54BE22}"/>
              </a:ext>
            </a:extLst>
          </p:cNvPr>
          <p:cNvSpPr/>
          <p:nvPr/>
        </p:nvSpPr>
        <p:spPr>
          <a:xfrm>
            <a:off x="1875693" y="4794738"/>
            <a:ext cx="8612423" cy="1698136"/>
          </a:xfrm>
          <a:prstGeom prst="rect">
            <a:avLst/>
          </a:prstGeom>
          <a:solidFill>
            <a:schemeClr val="bg1">
              <a:lumMod val="95000"/>
            </a:schemeClr>
          </a:solidFill>
          <a:effectLst>
            <a:outerShdw blurRad="50800" dist="38100" algn="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3" name="Title 2">
            <a:extLst>
              <a:ext uri="{FF2B5EF4-FFF2-40B4-BE49-F238E27FC236}">
                <a16:creationId xmlns:a16="http://schemas.microsoft.com/office/drawing/2014/main" id="{56A066CF-6DDA-F02D-CB8D-A69D6F3715DA}"/>
              </a:ext>
            </a:extLst>
          </p:cNvPr>
          <p:cNvSpPr>
            <a:spLocks noGrp="1"/>
          </p:cNvSpPr>
          <p:nvPr>
            <p:ph type="title"/>
          </p:nvPr>
        </p:nvSpPr>
        <p:spPr>
          <a:xfrm>
            <a:off x="838200" y="365126"/>
            <a:ext cx="10515600" cy="1306440"/>
          </a:xfrm>
        </p:spPr>
        <p:txBody>
          <a:bodyPr vert="horz" lIns="91440" tIns="45720" rIns="91440" bIns="45720" rtlCol="0" anchor="ctr">
            <a:normAutofit/>
          </a:bodyPr>
          <a:lstStyle/>
          <a:p>
            <a:r>
              <a:rPr lang="en-GB" sz="4000" b="1" dirty="0"/>
              <a:t>Key Elements</a:t>
            </a:r>
          </a:p>
        </p:txBody>
      </p:sp>
      <p:sp>
        <p:nvSpPr>
          <p:cNvPr id="2" name="TextBox 1">
            <a:extLst>
              <a:ext uri="{FF2B5EF4-FFF2-40B4-BE49-F238E27FC236}">
                <a16:creationId xmlns:a16="http://schemas.microsoft.com/office/drawing/2014/main" id="{96F867B0-D903-3964-4A36-FD8057075B7D}"/>
              </a:ext>
            </a:extLst>
          </p:cNvPr>
          <p:cNvSpPr txBox="1"/>
          <p:nvPr/>
        </p:nvSpPr>
        <p:spPr>
          <a:xfrm>
            <a:off x="586478" y="1683756"/>
            <a:ext cx="3115265" cy="2396359"/>
          </a:xfrm>
          <a:prstGeom prst="rect">
            <a:avLst/>
          </a:prstGeom>
        </p:spPr>
        <p:txBody>
          <a:bodyPr vert="horz" lIns="91440" tIns="45720" rIns="91440" bIns="45720" rtlCol="0" anchor="b">
            <a:normAutofit/>
          </a:bodyPr>
          <a:lstStyle/>
          <a:p>
            <a:pPr algn="r" defTabSz="914400">
              <a:lnSpc>
                <a:spcPct val="90000"/>
              </a:lnSpc>
              <a:spcBef>
                <a:spcPct val="0"/>
              </a:spcBef>
              <a:spcAft>
                <a:spcPts val="600"/>
              </a:spcAft>
            </a:pPr>
            <a:r>
              <a:rPr lang="en-US" sz="4000" b="1" kern="1200" dirty="0">
                <a:solidFill>
                  <a:srgbClr val="FFFFFF"/>
                </a:solidFill>
                <a:latin typeface="+mj-lt"/>
                <a:ea typeface="+mj-ea"/>
                <a:cs typeface="+mj-cs"/>
              </a:rPr>
              <a:t>Aligning UML with User Stories</a:t>
            </a:r>
          </a:p>
        </p:txBody>
      </p:sp>
      <p:grpSp>
        <p:nvGrpSpPr>
          <p:cNvPr id="7" name="Group 6">
            <a:extLst>
              <a:ext uri="{FF2B5EF4-FFF2-40B4-BE49-F238E27FC236}">
                <a16:creationId xmlns:a16="http://schemas.microsoft.com/office/drawing/2014/main" id="{08B042C7-D153-2BD9-A3D0-E4A27780CFE7}"/>
              </a:ext>
            </a:extLst>
          </p:cNvPr>
          <p:cNvGrpSpPr/>
          <p:nvPr/>
        </p:nvGrpSpPr>
        <p:grpSpPr>
          <a:xfrm>
            <a:off x="718074" y="1648965"/>
            <a:ext cx="10415882" cy="2786435"/>
            <a:chOff x="718074" y="1881205"/>
            <a:chExt cx="10415882" cy="2786435"/>
          </a:xfrm>
        </p:grpSpPr>
        <p:sp>
          <p:nvSpPr>
            <p:cNvPr id="9" name="Rectangle 8" descr="User">
              <a:extLst>
                <a:ext uri="{FF2B5EF4-FFF2-40B4-BE49-F238E27FC236}">
                  <a16:creationId xmlns:a16="http://schemas.microsoft.com/office/drawing/2014/main" id="{2C9DB14B-417C-E285-2588-9722870B9273}"/>
                </a:ext>
              </a:extLst>
            </p:cNvPr>
            <p:cNvSpPr/>
            <p:nvPr/>
          </p:nvSpPr>
          <p:spPr>
            <a:xfrm>
              <a:off x="718074" y="1881205"/>
              <a:ext cx="1088226" cy="1088226"/>
            </a:xfrm>
            <a:prstGeom prst="rect">
              <a:avLst/>
            </a:prstGeom>
            <a: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en-GB"/>
            </a:p>
          </p:txBody>
        </p:sp>
        <p:sp>
          <p:nvSpPr>
            <p:cNvPr id="10" name="Free-form: Shape 9">
              <a:extLst>
                <a:ext uri="{FF2B5EF4-FFF2-40B4-BE49-F238E27FC236}">
                  <a16:creationId xmlns:a16="http://schemas.microsoft.com/office/drawing/2014/main" id="{8B57D6FD-F9BB-E26A-72BC-7AC02951C9DB}"/>
                </a:ext>
              </a:extLst>
            </p:cNvPr>
            <p:cNvSpPr/>
            <p:nvPr/>
          </p:nvSpPr>
          <p:spPr>
            <a:xfrm>
              <a:off x="718074" y="3089248"/>
              <a:ext cx="3109218" cy="466382"/>
            </a:xfrm>
            <a:custGeom>
              <a:avLst/>
              <a:gdLst>
                <a:gd name="csX0" fmla="*/ 0 w 3109218"/>
                <a:gd name="csY0" fmla="*/ 0 h 466382"/>
                <a:gd name="csX1" fmla="*/ 3109218 w 3109218"/>
                <a:gd name="csY1" fmla="*/ 0 h 466382"/>
                <a:gd name="csX2" fmla="*/ 3109218 w 3109218"/>
                <a:gd name="csY2" fmla="*/ 466382 h 466382"/>
                <a:gd name="csX3" fmla="*/ 0 w 3109218"/>
                <a:gd name="csY3" fmla="*/ 466382 h 466382"/>
                <a:gd name="csX4" fmla="*/ 0 w 3109218"/>
                <a:gd name="csY4" fmla="*/ 0 h 466382"/>
              </a:gdLst>
              <a:ahLst/>
              <a:cxnLst>
                <a:cxn ang="0">
                  <a:pos x="csX0" y="csY0"/>
                </a:cxn>
                <a:cxn ang="0">
                  <a:pos x="csX1" y="csY1"/>
                </a:cxn>
                <a:cxn ang="0">
                  <a:pos x="csX2" y="csY2"/>
                </a:cxn>
                <a:cxn ang="0">
                  <a:pos x="csX3" y="csY3"/>
                </a:cxn>
                <a:cxn ang="0">
                  <a:pos x="csX4" y="csY4"/>
                </a:cxn>
              </a:cxnLst>
              <a:rect l="l" t="t" r="r" b="b"/>
              <a:pathLst>
                <a:path w="3109218" h="466382">
                  <a:moveTo>
                    <a:pt x="0" y="0"/>
                  </a:moveTo>
                  <a:lnTo>
                    <a:pt x="3109218" y="0"/>
                  </a:lnTo>
                  <a:lnTo>
                    <a:pt x="3109218" y="466382"/>
                  </a:lnTo>
                  <a:lnTo>
                    <a:pt x="0" y="466382"/>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marL="0" lvl="0" indent="0" algn="l" defTabSz="1333500">
                <a:lnSpc>
                  <a:spcPct val="100000"/>
                </a:lnSpc>
                <a:spcBef>
                  <a:spcPct val="0"/>
                </a:spcBef>
                <a:spcAft>
                  <a:spcPct val="35000"/>
                </a:spcAft>
                <a:buNone/>
                <a:defRPr b="1"/>
              </a:pPr>
              <a:r>
                <a:rPr lang="en-GB" sz="3000" b="1" kern="1200"/>
                <a:t>Actors</a:t>
              </a:r>
              <a:endParaRPr lang="en-US" sz="3000" kern="1200"/>
            </a:p>
          </p:txBody>
        </p:sp>
        <p:sp>
          <p:nvSpPr>
            <p:cNvPr id="12" name="Free-form: Shape 11">
              <a:extLst>
                <a:ext uri="{FF2B5EF4-FFF2-40B4-BE49-F238E27FC236}">
                  <a16:creationId xmlns:a16="http://schemas.microsoft.com/office/drawing/2014/main" id="{3D8642F2-B750-ECFB-F55E-DAD7BFC41B13}"/>
                </a:ext>
              </a:extLst>
            </p:cNvPr>
            <p:cNvSpPr/>
            <p:nvPr/>
          </p:nvSpPr>
          <p:spPr>
            <a:xfrm>
              <a:off x="718074" y="3611359"/>
              <a:ext cx="3109218" cy="1056281"/>
            </a:xfrm>
            <a:custGeom>
              <a:avLst/>
              <a:gdLst>
                <a:gd name="csX0" fmla="*/ 0 w 3109218"/>
                <a:gd name="csY0" fmla="*/ 0 h 1056281"/>
                <a:gd name="csX1" fmla="*/ 3109218 w 3109218"/>
                <a:gd name="csY1" fmla="*/ 0 h 1056281"/>
                <a:gd name="csX2" fmla="*/ 3109218 w 3109218"/>
                <a:gd name="csY2" fmla="*/ 1056281 h 1056281"/>
                <a:gd name="csX3" fmla="*/ 0 w 3109218"/>
                <a:gd name="csY3" fmla="*/ 1056281 h 1056281"/>
                <a:gd name="csX4" fmla="*/ 0 w 3109218"/>
                <a:gd name="csY4" fmla="*/ 0 h 1056281"/>
              </a:gdLst>
              <a:ahLst/>
              <a:cxnLst>
                <a:cxn ang="0">
                  <a:pos x="csX0" y="csY0"/>
                </a:cxn>
                <a:cxn ang="0">
                  <a:pos x="csX1" y="csY1"/>
                </a:cxn>
                <a:cxn ang="0">
                  <a:pos x="csX2" y="csY2"/>
                </a:cxn>
                <a:cxn ang="0">
                  <a:pos x="csX3" y="csY3"/>
                </a:cxn>
                <a:cxn ang="0">
                  <a:pos x="csX4" y="csY4"/>
                </a:cxn>
              </a:cxnLst>
              <a:rect l="l" t="t" r="r" b="b"/>
              <a:pathLst>
                <a:path w="3109218" h="1056281">
                  <a:moveTo>
                    <a:pt x="0" y="0"/>
                  </a:moveTo>
                  <a:lnTo>
                    <a:pt x="3109218" y="0"/>
                  </a:lnTo>
                  <a:lnTo>
                    <a:pt x="3109218" y="1056281"/>
                  </a:lnTo>
                  <a:lnTo>
                    <a:pt x="0" y="1056281"/>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marL="0" lvl="0" indent="0" algn="l" defTabSz="755650">
                <a:lnSpc>
                  <a:spcPct val="100000"/>
                </a:lnSpc>
                <a:spcBef>
                  <a:spcPct val="0"/>
                </a:spcBef>
                <a:spcAft>
                  <a:spcPct val="35000"/>
                </a:spcAft>
                <a:buNone/>
              </a:pPr>
              <a:r>
                <a:rPr lang="en-GB" sz="1700" b="1" kern="1200" dirty="0"/>
                <a:t>External users or systems</a:t>
              </a:r>
              <a:br>
                <a:rPr lang="en-GB" sz="1700" b="1" kern="1200" dirty="0"/>
              </a:br>
              <a:r>
                <a:rPr lang="en-GB" sz="1700" b="1" kern="1200" dirty="0"/>
                <a:t>Examples: Customer, Admin, Payment Service</a:t>
              </a:r>
              <a:br>
                <a:rPr lang="en-GB" sz="1700" b="1" kern="1200" dirty="0"/>
              </a:br>
              <a:endParaRPr lang="en-US" sz="1700" kern="1200" dirty="0"/>
            </a:p>
          </p:txBody>
        </p:sp>
        <p:sp>
          <p:nvSpPr>
            <p:cNvPr id="14" name="Free-form: Shape 13">
              <a:extLst>
                <a:ext uri="{FF2B5EF4-FFF2-40B4-BE49-F238E27FC236}">
                  <a16:creationId xmlns:a16="http://schemas.microsoft.com/office/drawing/2014/main" id="{5F69F4C2-4043-0D3B-7C87-24118BFA048E}"/>
                </a:ext>
              </a:extLst>
            </p:cNvPr>
            <p:cNvSpPr/>
            <p:nvPr/>
          </p:nvSpPr>
          <p:spPr>
            <a:xfrm>
              <a:off x="4371406" y="3089248"/>
              <a:ext cx="3109218" cy="466382"/>
            </a:xfrm>
            <a:custGeom>
              <a:avLst/>
              <a:gdLst>
                <a:gd name="csX0" fmla="*/ 0 w 3109218"/>
                <a:gd name="csY0" fmla="*/ 0 h 466382"/>
                <a:gd name="csX1" fmla="*/ 3109218 w 3109218"/>
                <a:gd name="csY1" fmla="*/ 0 h 466382"/>
                <a:gd name="csX2" fmla="*/ 3109218 w 3109218"/>
                <a:gd name="csY2" fmla="*/ 466382 h 466382"/>
                <a:gd name="csX3" fmla="*/ 0 w 3109218"/>
                <a:gd name="csY3" fmla="*/ 466382 h 466382"/>
                <a:gd name="csX4" fmla="*/ 0 w 3109218"/>
                <a:gd name="csY4" fmla="*/ 0 h 466382"/>
              </a:gdLst>
              <a:ahLst/>
              <a:cxnLst>
                <a:cxn ang="0">
                  <a:pos x="csX0" y="csY0"/>
                </a:cxn>
                <a:cxn ang="0">
                  <a:pos x="csX1" y="csY1"/>
                </a:cxn>
                <a:cxn ang="0">
                  <a:pos x="csX2" y="csY2"/>
                </a:cxn>
                <a:cxn ang="0">
                  <a:pos x="csX3" y="csY3"/>
                </a:cxn>
                <a:cxn ang="0">
                  <a:pos x="csX4" y="csY4"/>
                </a:cxn>
              </a:cxnLst>
              <a:rect l="l" t="t" r="r" b="b"/>
              <a:pathLst>
                <a:path w="3109218" h="466382">
                  <a:moveTo>
                    <a:pt x="0" y="0"/>
                  </a:moveTo>
                  <a:lnTo>
                    <a:pt x="3109218" y="0"/>
                  </a:lnTo>
                  <a:lnTo>
                    <a:pt x="3109218" y="466382"/>
                  </a:lnTo>
                  <a:lnTo>
                    <a:pt x="0" y="466382"/>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marL="0" lvl="0" indent="0" algn="l" defTabSz="1333500">
                <a:lnSpc>
                  <a:spcPct val="100000"/>
                </a:lnSpc>
                <a:spcBef>
                  <a:spcPct val="0"/>
                </a:spcBef>
                <a:spcAft>
                  <a:spcPct val="35000"/>
                </a:spcAft>
                <a:buNone/>
                <a:defRPr b="1"/>
              </a:pPr>
              <a:r>
                <a:rPr lang="en-GB" sz="3000" b="1" kern="1200"/>
                <a:t>Use Cases</a:t>
              </a:r>
              <a:endParaRPr lang="en-US" sz="3000" kern="1200"/>
            </a:p>
          </p:txBody>
        </p:sp>
        <p:sp>
          <p:nvSpPr>
            <p:cNvPr id="15" name="Free-form: Shape 14">
              <a:extLst>
                <a:ext uri="{FF2B5EF4-FFF2-40B4-BE49-F238E27FC236}">
                  <a16:creationId xmlns:a16="http://schemas.microsoft.com/office/drawing/2014/main" id="{3FA94228-3CEC-1D54-4AF8-12E2ED8D74F3}"/>
                </a:ext>
              </a:extLst>
            </p:cNvPr>
            <p:cNvSpPr/>
            <p:nvPr/>
          </p:nvSpPr>
          <p:spPr>
            <a:xfrm>
              <a:off x="4371406" y="3611359"/>
              <a:ext cx="3109218" cy="1056281"/>
            </a:xfrm>
            <a:custGeom>
              <a:avLst/>
              <a:gdLst>
                <a:gd name="csX0" fmla="*/ 0 w 3109218"/>
                <a:gd name="csY0" fmla="*/ 0 h 1056281"/>
                <a:gd name="csX1" fmla="*/ 3109218 w 3109218"/>
                <a:gd name="csY1" fmla="*/ 0 h 1056281"/>
                <a:gd name="csX2" fmla="*/ 3109218 w 3109218"/>
                <a:gd name="csY2" fmla="*/ 1056281 h 1056281"/>
                <a:gd name="csX3" fmla="*/ 0 w 3109218"/>
                <a:gd name="csY3" fmla="*/ 1056281 h 1056281"/>
                <a:gd name="csX4" fmla="*/ 0 w 3109218"/>
                <a:gd name="csY4" fmla="*/ 0 h 1056281"/>
              </a:gdLst>
              <a:ahLst/>
              <a:cxnLst>
                <a:cxn ang="0">
                  <a:pos x="csX0" y="csY0"/>
                </a:cxn>
                <a:cxn ang="0">
                  <a:pos x="csX1" y="csY1"/>
                </a:cxn>
                <a:cxn ang="0">
                  <a:pos x="csX2" y="csY2"/>
                </a:cxn>
                <a:cxn ang="0">
                  <a:pos x="csX3" y="csY3"/>
                </a:cxn>
                <a:cxn ang="0">
                  <a:pos x="csX4" y="csY4"/>
                </a:cxn>
              </a:cxnLst>
              <a:rect l="l" t="t" r="r" b="b"/>
              <a:pathLst>
                <a:path w="3109218" h="1056281">
                  <a:moveTo>
                    <a:pt x="0" y="0"/>
                  </a:moveTo>
                  <a:lnTo>
                    <a:pt x="3109218" y="0"/>
                  </a:lnTo>
                  <a:lnTo>
                    <a:pt x="3109218" y="1056281"/>
                  </a:lnTo>
                  <a:lnTo>
                    <a:pt x="0" y="1056281"/>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marL="0" lvl="0" indent="0" algn="l" defTabSz="755650">
                <a:lnSpc>
                  <a:spcPct val="100000"/>
                </a:lnSpc>
                <a:spcBef>
                  <a:spcPct val="0"/>
                </a:spcBef>
                <a:spcAft>
                  <a:spcPct val="35000"/>
                </a:spcAft>
                <a:buNone/>
              </a:pPr>
              <a:r>
                <a:rPr lang="en-GB" sz="1700" b="1" kern="1200"/>
                <a:t>Actions or goals</a:t>
              </a:r>
              <a:br>
                <a:rPr lang="en-GB" sz="1700" b="1" kern="1200"/>
              </a:br>
              <a:r>
                <a:rPr lang="en-GB" sz="1700" b="1" kern="1200"/>
                <a:t>Examples: Place Order, Register Account</a:t>
              </a:r>
              <a:endParaRPr lang="en-US" sz="1700" kern="1200"/>
            </a:p>
          </p:txBody>
        </p:sp>
        <p:sp>
          <p:nvSpPr>
            <p:cNvPr id="17" name="Free-form: Shape 16">
              <a:extLst>
                <a:ext uri="{FF2B5EF4-FFF2-40B4-BE49-F238E27FC236}">
                  <a16:creationId xmlns:a16="http://schemas.microsoft.com/office/drawing/2014/main" id="{29594900-32FC-01F0-E890-235B95CFD63D}"/>
                </a:ext>
              </a:extLst>
            </p:cNvPr>
            <p:cNvSpPr/>
            <p:nvPr/>
          </p:nvSpPr>
          <p:spPr>
            <a:xfrm>
              <a:off x="8024738" y="3089248"/>
              <a:ext cx="3109218" cy="466382"/>
            </a:xfrm>
            <a:custGeom>
              <a:avLst/>
              <a:gdLst>
                <a:gd name="csX0" fmla="*/ 0 w 3109218"/>
                <a:gd name="csY0" fmla="*/ 0 h 466382"/>
                <a:gd name="csX1" fmla="*/ 3109218 w 3109218"/>
                <a:gd name="csY1" fmla="*/ 0 h 466382"/>
                <a:gd name="csX2" fmla="*/ 3109218 w 3109218"/>
                <a:gd name="csY2" fmla="*/ 466382 h 466382"/>
                <a:gd name="csX3" fmla="*/ 0 w 3109218"/>
                <a:gd name="csY3" fmla="*/ 466382 h 466382"/>
                <a:gd name="csX4" fmla="*/ 0 w 3109218"/>
                <a:gd name="csY4" fmla="*/ 0 h 466382"/>
              </a:gdLst>
              <a:ahLst/>
              <a:cxnLst>
                <a:cxn ang="0">
                  <a:pos x="csX0" y="csY0"/>
                </a:cxn>
                <a:cxn ang="0">
                  <a:pos x="csX1" y="csY1"/>
                </a:cxn>
                <a:cxn ang="0">
                  <a:pos x="csX2" y="csY2"/>
                </a:cxn>
                <a:cxn ang="0">
                  <a:pos x="csX3" y="csY3"/>
                </a:cxn>
                <a:cxn ang="0">
                  <a:pos x="csX4" y="csY4"/>
                </a:cxn>
              </a:cxnLst>
              <a:rect l="l" t="t" r="r" b="b"/>
              <a:pathLst>
                <a:path w="3109218" h="466382">
                  <a:moveTo>
                    <a:pt x="0" y="0"/>
                  </a:moveTo>
                  <a:lnTo>
                    <a:pt x="3109218" y="0"/>
                  </a:lnTo>
                  <a:lnTo>
                    <a:pt x="3109218" y="466382"/>
                  </a:lnTo>
                  <a:lnTo>
                    <a:pt x="0" y="466382"/>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marL="0" lvl="0" indent="0" algn="l" defTabSz="1333500">
                <a:lnSpc>
                  <a:spcPct val="100000"/>
                </a:lnSpc>
                <a:spcBef>
                  <a:spcPct val="0"/>
                </a:spcBef>
                <a:spcAft>
                  <a:spcPct val="35000"/>
                </a:spcAft>
                <a:buNone/>
                <a:defRPr b="1"/>
              </a:pPr>
              <a:r>
                <a:rPr lang="en-GB" sz="3000" b="1" kern="1200"/>
                <a:t>Relationships</a:t>
              </a:r>
              <a:endParaRPr lang="en-US" sz="3000" kern="1200"/>
            </a:p>
          </p:txBody>
        </p:sp>
        <p:sp>
          <p:nvSpPr>
            <p:cNvPr id="18" name="Free-form: Shape 17">
              <a:extLst>
                <a:ext uri="{FF2B5EF4-FFF2-40B4-BE49-F238E27FC236}">
                  <a16:creationId xmlns:a16="http://schemas.microsoft.com/office/drawing/2014/main" id="{7B5C8101-3164-B98B-3D91-677262F5231B}"/>
                </a:ext>
              </a:extLst>
            </p:cNvPr>
            <p:cNvSpPr/>
            <p:nvPr/>
          </p:nvSpPr>
          <p:spPr>
            <a:xfrm>
              <a:off x="8024738" y="3611359"/>
              <a:ext cx="3109218" cy="1056281"/>
            </a:xfrm>
            <a:custGeom>
              <a:avLst/>
              <a:gdLst>
                <a:gd name="csX0" fmla="*/ 0 w 3109218"/>
                <a:gd name="csY0" fmla="*/ 0 h 1056281"/>
                <a:gd name="csX1" fmla="*/ 3109218 w 3109218"/>
                <a:gd name="csY1" fmla="*/ 0 h 1056281"/>
                <a:gd name="csX2" fmla="*/ 3109218 w 3109218"/>
                <a:gd name="csY2" fmla="*/ 1056281 h 1056281"/>
                <a:gd name="csX3" fmla="*/ 0 w 3109218"/>
                <a:gd name="csY3" fmla="*/ 1056281 h 1056281"/>
                <a:gd name="csX4" fmla="*/ 0 w 3109218"/>
                <a:gd name="csY4" fmla="*/ 0 h 1056281"/>
              </a:gdLst>
              <a:ahLst/>
              <a:cxnLst>
                <a:cxn ang="0">
                  <a:pos x="csX0" y="csY0"/>
                </a:cxn>
                <a:cxn ang="0">
                  <a:pos x="csX1" y="csY1"/>
                </a:cxn>
                <a:cxn ang="0">
                  <a:pos x="csX2" y="csY2"/>
                </a:cxn>
                <a:cxn ang="0">
                  <a:pos x="csX3" y="csY3"/>
                </a:cxn>
                <a:cxn ang="0">
                  <a:pos x="csX4" y="csY4"/>
                </a:cxn>
              </a:cxnLst>
              <a:rect l="l" t="t" r="r" b="b"/>
              <a:pathLst>
                <a:path w="3109218" h="1056281">
                  <a:moveTo>
                    <a:pt x="0" y="0"/>
                  </a:moveTo>
                  <a:lnTo>
                    <a:pt x="3109218" y="0"/>
                  </a:lnTo>
                  <a:lnTo>
                    <a:pt x="3109218" y="1056281"/>
                  </a:lnTo>
                  <a:lnTo>
                    <a:pt x="0" y="1056281"/>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marL="0" lvl="0" indent="0" algn="l" defTabSz="755650">
                <a:lnSpc>
                  <a:spcPct val="100000"/>
                </a:lnSpc>
                <a:spcBef>
                  <a:spcPct val="0"/>
                </a:spcBef>
                <a:spcAft>
                  <a:spcPct val="35000"/>
                </a:spcAft>
                <a:buNone/>
              </a:pPr>
              <a:r>
                <a:rPr lang="en-GB" b="1" kern="1200" dirty="0">
                  <a:solidFill>
                    <a:schemeClr val="accent6">
                      <a:lumMod val="50000"/>
                    </a:schemeClr>
                  </a:solidFill>
                </a:rPr>
                <a:t>Include</a:t>
              </a:r>
              <a:r>
                <a:rPr lang="en-GB" sz="1700" b="1" kern="1200" dirty="0"/>
                <a:t> → shared behaviour</a:t>
              </a:r>
              <a:endParaRPr lang="en-US" sz="1700" kern="1200" dirty="0"/>
            </a:p>
            <a:p>
              <a:pPr marL="0" lvl="0" indent="0" algn="l" defTabSz="755650">
                <a:lnSpc>
                  <a:spcPct val="100000"/>
                </a:lnSpc>
                <a:spcBef>
                  <a:spcPct val="0"/>
                </a:spcBef>
                <a:spcAft>
                  <a:spcPct val="35000"/>
                </a:spcAft>
                <a:buNone/>
              </a:pPr>
              <a:r>
                <a:rPr lang="en-GB" b="1" kern="1200" dirty="0">
                  <a:solidFill>
                    <a:schemeClr val="accent6">
                      <a:lumMod val="50000"/>
                    </a:schemeClr>
                  </a:solidFill>
                </a:rPr>
                <a:t>Extend</a:t>
              </a:r>
              <a:r>
                <a:rPr lang="en-GB" sz="1700" b="1" kern="1200" dirty="0"/>
                <a:t> → optional behaviour</a:t>
              </a:r>
              <a:endParaRPr lang="en-US" sz="1700" kern="1200" dirty="0"/>
            </a:p>
            <a:p>
              <a:pPr marL="0" lvl="0" indent="0" algn="l" defTabSz="755650">
                <a:lnSpc>
                  <a:spcPct val="100000"/>
                </a:lnSpc>
                <a:spcBef>
                  <a:spcPct val="0"/>
                </a:spcBef>
                <a:spcAft>
                  <a:spcPct val="35000"/>
                </a:spcAft>
                <a:buNone/>
              </a:pPr>
              <a:r>
                <a:rPr lang="en-GB" b="1" kern="1200" dirty="0">
                  <a:solidFill>
                    <a:schemeClr val="accent6">
                      <a:lumMod val="50000"/>
                    </a:schemeClr>
                  </a:solidFill>
                </a:rPr>
                <a:t>Generalisation</a:t>
              </a:r>
              <a:r>
                <a:rPr lang="en-GB" sz="1700" b="1" kern="1200" dirty="0"/>
                <a:t> → inheritance</a:t>
              </a:r>
              <a:endParaRPr lang="en-US" sz="1700" kern="1200" dirty="0"/>
            </a:p>
          </p:txBody>
        </p:sp>
      </p:grpSp>
      <p:sp>
        <p:nvSpPr>
          <p:cNvPr id="19" name="Oval 18">
            <a:extLst>
              <a:ext uri="{FF2B5EF4-FFF2-40B4-BE49-F238E27FC236}">
                <a16:creationId xmlns:a16="http://schemas.microsoft.com/office/drawing/2014/main" id="{0D47CF8E-F228-3D9E-CCDC-A2B3D637DA3E}"/>
              </a:ext>
            </a:extLst>
          </p:cNvPr>
          <p:cNvSpPr/>
          <p:nvPr/>
        </p:nvSpPr>
        <p:spPr>
          <a:xfrm>
            <a:off x="2169542" y="5228494"/>
            <a:ext cx="1617388" cy="588332"/>
          </a:xfrm>
          <a:prstGeom prst="ellipse">
            <a:avLst/>
          </a:prstGeom>
          <a:solidFill>
            <a:schemeClr val="bg1"/>
          </a:solidFill>
          <a:ln w="28575"/>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600" b="1" dirty="0">
                <a:solidFill>
                  <a:schemeClr val="tx1"/>
                </a:solidFill>
              </a:rPr>
              <a:t>Checkout</a:t>
            </a:r>
          </a:p>
        </p:txBody>
      </p:sp>
      <p:pic>
        <p:nvPicPr>
          <p:cNvPr id="21" name="Graphic 20" descr="Man with solid fill">
            <a:extLst>
              <a:ext uri="{FF2B5EF4-FFF2-40B4-BE49-F238E27FC236}">
                <a16:creationId xmlns:a16="http://schemas.microsoft.com/office/drawing/2014/main" id="{67F5C16C-5819-6F4E-1439-2AE99435E0C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5468" y="5081955"/>
            <a:ext cx="914400" cy="914400"/>
          </a:xfrm>
          <a:prstGeom prst="rect">
            <a:avLst/>
          </a:prstGeom>
        </p:spPr>
      </p:pic>
      <p:cxnSp>
        <p:nvCxnSpPr>
          <p:cNvPr id="23" name="Straight Arrow Connector 22">
            <a:extLst>
              <a:ext uri="{FF2B5EF4-FFF2-40B4-BE49-F238E27FC236}">
                <a16:creationId xmlns:a16="http://schemas.microsoft.com/office/drawing/2014/main" id="{73D398D9-F5BD-BEFC-010A-82802BC63E10}"/>
              </a:ext>
            </a:extLst>
          </p:cNvPr>
          <p:cNvCxnSpPr>
            <a:cxnSpLocks/>
            <a:endCxn id="19" idx="2"/>
          </p:cNvCxnSpPr>
          <p:nvPr/>
        </p:nvCxnSpPr>
        <p:spPr>
          <a:xfrm>
            <a:off x="1352194" y="5476857"/>
            <a:ext cx="817348" cy="45803"/>
          </a:xfrm>
          <a:prstGeom prst="straightConnector1">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29" name="Oval 28">
            <a:extLst>
              <a:ext uri="{FF2B5EF4-FFF2-40B4-BE49-F238E27FC236}">
                <a16:creationId xmlns:a16="http://schemas.microsoft.com/office/drawing/2014/main" id="{7C7A9DA0-8660-9B75-B5E6-80946060C9DE}"/>
              </a:ext>
            </a:extLst>
          </p:cNvPr>
          <p:cNvSpPr/>
          <p:nvPr/>
        </p:nvSpPr>
        <p:spPr>
          <a:xfrm>
            <a:off x="5592721" y="5199186"/>
            <a:ext cx="1398368" cy="679938"/>
          </a:xfrm>
          <a:prstGeom prst="ellipse">
            <a:avLst/>
          </a:prstGeom>
          <a:solidFill>
            <a:schemeClr val="bg1"/>
          </a:solidFill>
          <a:ln w="28575"/>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600" b="1" dirty="0">
                <a:solidFill>
                  <a:schemeClr val="tx1"/>
                </a:solidFill>
              </a:rPr>
              <a:t>Process Payment</a:t>
            </a:r>
          </a:p>
        </p:txBody>
      </p:sp>
      <p:sp>
        <p:nvSpPr>
          <p:cNvPr id="30" name="Oval 29">
            <a:extLst>
              <a:ext uri="{FF2B5EF4-FFF2-40B4-BE49-F238E27FC236}">
                <a16:creationId xmlns:a16="http://schemas.microsoft.com/office/drawing/2014/main" id="{903D1198-3D3F-3EDB-B4D3-F60E65B65134}"/>
              </a:ext>
            </a:extLst>
          </p:cNvPr>
          <p:cNvSpPr/>
          <p:nvPr/>
        </p:nvSpPr>
        <p:spPr>
          <a:xfrm>
            <a:off x="4570741" y="2085349"/>
            <a:ext cx="1304583" cy="679938"/>
          </a:xfrm>
          <a:prstGeom prst="ellipse">
            <a:avLst/>
          </a:prstGeom>
          <a:solidFill>
            <a:schemeClr val="bg1"/>
          </a:solidFill>
          <a:ln w="28575"/>
        </p:spPr>
        <p:style>
          <a:lnRef idx="1">
            <a:schemeClr val="accent1"/>
          </a:lnRef>
          <a:fillRef idx="3">
            <a:schemeClr val="accent1"/>
          </a:fillRef>
          <a:effectRef idx="2">
            <a:schemeClr val="accent1"/>
          </a:effectRef>
          <a:fontRef idx="minor">
            <a:schemeClr val="lt1"/>
          </a:fontRef>
        </p:style>
        <p:txBody>
          <a:bodyPr rtlCol="0" anchor="ctr"/>
          <a:lstStyle/>
          <a:p>
            <a:pPr algn="ctr"/>
            <a:r>
              <a:rPr lang="en-GB" b="1" dirty="0">
                <a:solidFill>
                  <a:schemeClr val="tx1"/>
                </a:solidFill>
              </a:rPr>
              <a:t>Use Case</a:t>
            </a:r>
          </a:p>
        </p:txBody>
      </p:sp>
      <p:cxnSp>
        <p:nvCxnSpPr>
          <p:cNvPr id="33" name="Straight Arrow Connector 32">
            <a:extLst>
              <a:ext uri="{FF2B5EF4-FFF2-40B4-BE49-F238E27FC236}">
                <a16:creationId xmlns:a16="http://schemas.microsoft.com/office/drawing/2014/main" id="{7EA20C85-3E9E-7FF3-D4BB-1A35446E96DE}"/>
              </a:ext>
            </a:extLst>
          </p:cNvPr>
          <p:cNvCxnSpPr>
            <a:cxnSpLocks/>
            <a:stCxn id="19" idx="6"/>
            <a:endCxn id="29" idx="2"/>
          </p:cNvCxnSpPr>
          <p:nvPr/>
        </p:nvCxnSpPr>
        <p:spPr>
          <a:xfrm>
            <a:off x="3786930" y="5522660"/>
            <a:ext cx="1805791" cy="16495"/>
          </a:xfrm>
          <a:prstGeom prst="straightConnector1">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37" name="TextBox 36">
            <a:extLst>
              <a:ext uri="{FF2B5EF4-FFF2-40B4-BE49-F238E27FC236}">
                <a16:creationId xmlns:a16="http://schemas.microsoft.com/office/drawing/2014/main" id="{2E746E53-9CBC-AF9A-9E94-39996725BE2E}"/>
              </a:ext>
            </a:extLst>
          </p:cNvPr>
          <p:cNvSpPr txBox="1"/>
          <p:nvPr/>
        </p:nvSpPr>
        <p:spPr>
          <a:xfrm>
            <a:off x="4161698" y="5216771"/>
            <a:ext cx="1215397" cy="338554"/>
          </a:xfrm>
          <a:prstGeom prst="rect">
            <a:avLst/>
          </a:prstGeom>
          <a:noFill/>
        </p:spPr>
        <p:txBody>
          <a:bodyPr wrap="none" rtlCol="0">
            <a:spAutoFit/>
          </a:bodyPr>
          <a:lstStyle/>
          <a:p>
            <a:r>
              <a:rPr lang="en-GB" sz="1600" b="1" dirty="0"/>
              <a:t>&lt;&lt;include&gt;&gt;</a:t>
            </a:r>
          </a:p>
        </p:txBody>
      </p:sp>
      <p:sp>
        <p:nvSpPr>
          <p:cNvPr id="44" name="Oval 43">
            <a:extLst>
              <a:ext uri="{FF2B5EF4-FFF2-40B4-BE49-F238E27FC236}">
                <a16:creationId xmlns:a16="http://schemas.microsoft.com/office/drawing/2014/main" id="{02897903-AD12-5896-141A-E8AAD7D35F23}"/>
              </a:ext>
            </a:extLst>
          </p:cNvPr>
          <p:cNvSpPr/>
          <p:nvPr/>
        </p:nvSpPr>
        <p:spPr>
          <a:xfrm>
            <a:off x="8842445" y="5199186"/>
            <a:ext cx="1398368" cy="679938"/>
          </a:xfrm>
          <a:prstGeom prst="ellipse">
            <a:avLst/>
          </a:prstGeom>
          <a:solidFill>
            <a:schemeClr val="bg1"/>
          </a:solidFill>
          <a:ln w="28575"/>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600" b="1" dirty="0">
                <a:solidFill>
                  <a:schemeClr val="tx1"/>
                </a:solidFill>
              </a:rPr>
              <a:t>Print Receipt</a:t>
            </a:r>
          </a:p>
        </p:txBody>
      </p:sp>
      <p:cxnSp>
        <p:nvCxnSpPr>
          <p:cNvPr id="45" name="Straight Arrow Connector 44">
            <a:extLst>
              <a:ext uri="{FF2B5EF4-FFF2-40B4-BE49-F238E27FC236}">
                <a16:creationId xmlns:a16="http://schemas.microsoft.com/office/drawing/2014/main" id="{E26525BB-A638-18B0-7C0D-49DEDAA4391B}"/>
              </a:ext>
            </a:extLst>
          </p:cNvPr>
          <p:cNvCxnSpPr>
            <a:cxnSpLocks/>
            <a:stCxn id="44" idx="2"/>
            <a:endCxn id="29" idx="6"/>
          </p:cNvCxnSpPr>
          <p:nvPr/>
        </p:nvCxnSpPr>
        <p:spPr>
          <a:xfrm flipH="1">
            <a:off x="6991089" y="5539155"/>
            <a:ext cx="1851356" cy="0"/>
          </a:xfrm>
          <a:prstGeom prst="straightConnector1">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46" name="TextBox 45">
            <a:extLst>
              <a:ext uri="{FF2B5EF4-FFF2-40B4-BE49-F238E27FC236}">
                <a16:creationId xmlns:a16="http://schemas.microsoft.com/office/drawing/2014/main" id="{A939ECFC-29AB-34F1-4E49-1D8B91774E5B}"/>
              </a:ext>
            </a:extLst>
          </p:cNvPr>
          <p:cNvSpPr txBox="1"/>
          <p:nvPr/>
        </p:nvSpPr>
        <p:spPr>
          <a:xfrm>
            <a:off x="7411422" y="5240262"/>
            <a:ext cx="1262590" cy="338554"/>
          </a:xfrm>
          <a:prstGeom prst="rect">
            <a:avLst/>
          </a:prstGeom>
          <a:noFill/>
        </p:spPr>
        <p:txBody>
          <a:bodyPr wrap="none" rtlCol="0">
            <a:spAutoFit/>
          </a:bodyPr>
          <a:lstStyle/>
          <a:p>
            <a:r>
              <a:rPr lang="en-GB" sz="1600" b="1" dirty="0"/>
              <a:t>&lt;&lt;extends&gt;&gt;</a:t>
            </a:r>
          </a:p>
        </p:txBody>
      </p:sp>
      <p:pic>
        <p:nvPicPr>
          <p:cNvPr id="54" name="Graphic 53" descr="Workflow with solid fill">
            <a:extLst>
              <a:ext uri="{FF2B5EF4-FFF2-40B4-BE49-F238E27FC236}">
                <a16:creationId xmlns:a16="http://schemas.microsoft.com/office/drawing/2014/main" id="{06593C43-036E-FD7E-7D29-6C3C9291042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561090" y="2025402"/>
            <a:ext cx="914400" cy="914400"/>
          </a:xfrm>
          <a:prstGeom prst="rect">
            <a:avLst/>
          </a:prstGeom>
        </p:spPr>
      </p:pic>
    </p:spTree>
    <p:extLst>
      <p:ext uri="{BB962C8B-B14F-4D97-AF65-F5344CB8AC3E}">
        <p14:creationId xmlns:p14="http://schemas.microsoft.com/office/powerpoint/2010/main" val="12888877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5A2463-456C-D3C4-8819-5B45F878E80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0A8A2AD-5B74-B88A-4408-E2E2EC6E6439}"/>
              </a:ext>
            </a:extLst>
          </p:cNvPr>
          <p:cNvSpPr>
            <a:spLocks noGrp="1"/>
          </p:cNvSpPr>
          <p:nvPr>
            <p:ph type="title"/>
          </p:nvPr>
        </p:nvSpPr>
        <p:spPr>
          <a:xfrm>
            <a:off x="838200" y="365126"/>
            <a:ext cx="10515600" cy="1306440"/>
          </a:xfrm>
        </p:spPr>
        <p:txBody>
          <a:bodyPr vert="horz" lIns="91440" tIns="45720" rIns="91440" bIns="45720" rtlCol="0" anchor="ctr">
            <a:normAutofit/>
          </a:bodyPr>
          <a:lstStyle/>
          <a:p>
            <a:pPr algn="l" defTabSz="914400">
              <a:lnSpc>
                <a:spcPct val="90000"/>
              </a:lnSpc>
            </a:pPr>
            <a:r>
              <a:rPr lang="en-GB" sz="4000" dirty="0"/>
              <a:t>Example: Online Shopping </a:t>
            </a:r>
            <a:endParaRPr lang="en-US" sz="4000" dirty="0"/>
          </a:p>
        </p:txBody>
      </p:sp>
      <p:sp>
        <p:nvSpPr>
          <p:cNvPr id="6" name="Rectangle 5">
            <a:extLst>
              <a:ext uri="{FF2B5EF4-FFF2-40B4-BE49-F238E27FC236}">
                <a16:creationId xmlns:a16="http://schemas.microsoft.com/office/drawing/2014/main" id="{B3A8220C-4B6A-684F-B1A5-F86E2FAB8133}"/>
              </a:ext>
            </a:extLst>
          </p:cNvPr>
          <p:cNvSpPr/>
          <p:nvPr/>
        </p:nvSpPr>
        <p:spPr>
          <a:xfrm>
            <a:off x="1581782" y="1818165"/>
            <a:ext cx="8612423" cy="4674709"/>
          </a:xfrm>
          <a:prstGeom prst="rect">
            <a:avLst/>
          </a:prstGeom>
          <a:solidFill>
            <a:schemeClr val="bg1">
              <a:lumMod val="95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7" name="Oval 6">
            <a:extLst>
              <a:ext uri="{FF2B5EF4-FFF2-40B4-BE49-F238E27FC236}">
                <a16:creationId xmlns:a16="http://schemas.microsoft.com/office/drawing/2014/main" id="{9279E381-D417-48E7-D998-036E84CCC685}"/>
              </a:ext>
            </a:extLst>
          </p:cNvPr>
          <p:cNvSpPr/>
          <p:nvPr/>
        </p:nvSpPr>
        <p:spPr>
          <a:xfrm>
            <a:off x="2169542" y="2332893"/>
            <a:ext cx="1617388" cy="588332"/>
          </a:xfrm>
          <a:prstGeom prst="ellipse">
            <a:avLst/>
          </a:prstGeom>
          <a:solidFill>
            <a:schemeClr val="bg1"/>
          </a:solidFill>
          <a:ln w="28575"/>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600" b="1" dirty="0">
                <a:solidFill>
                  <a:schemeClr val="tx1"/>
                </a:solidFill>
              </a:rPr>
              <a:t>Add to Cart</a:t>
            </a:r>
          </a:p>
        </p:txBody>
      </p:sp>
      <p:pic>
        <p:nvPicPr>
          <p:cNvPr id="8" name="Graphic 7" descr="Man with solid fill">
            <a:extLst>
              <a:ext uri="{FF2B5EF4-FFF2-40B4-BE49-F238E27FC236}">
                <a16:creationId xmlns:a16="http://schemas.microsoft.com/office/drawing/2014/main" id="{D72DC256-17FE-C2E2-D086-DFD1780D04E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8753" y="2983523"/>
            <a:ext cx="914400" cy="914400"/>
          </a:xfrm>
          <a:prstGeom prst="rect">
            <a:avLst/>
          </a:prstGeom>
        </p:spPr>
      </p:pic>
      <p:cxnSp>
        <p:nvCxnSpPr>
          <p:cNvPr id="9" name="Straight Arrow Connector 8">
            <a:extLst>
              <a:ext uri="{FF2B5EF4-FFF2-40B4-BE49-F238E27FC236}">
                <a16:creationId xmlns:a16="http://schemas.microsoft.com/office/drawing/2014/main" id="{52EC43A9-3908-3FE4-D3DA-B1F55CA6F6FB}"/>
              </a:ext>
            </a:extLst>
          </p:cNvPr>
          <p:cNvCxnSpPr>
            <a:cxnSpLocks/>
            <a:stCxn id="46" idx="4"/>
            <a:endCxn id="7" idx="2"/>
          </p:cNvCxnSpPr>
          <p:nvPr/>
        </p:nvCxnSpPr>
        <p:spPr>
          <a:xfrm flipV="1">
            <a:off x="1192794" y="2627059"/>
            <a:ext cx="976748" cy="869537"/>
          </a:xfrm>
          <a:prstGeom prst="straightConnector1">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10" name="Oval 9">
            <a:extLst>
              <a:ext uri="{FF2B5EF4-FFF2-40B4-BE49-F238E27FC236}">
                <a16:creationId xmlns:a16="http://schemas.microsoft.com/office/drawing/2014/main" id="{9514FC28-6C74-77D1-23BD-EB9878294441}"/>
              </a:ext>
            </a:extLst>
          </p:cNvPr>
          <p:cNvSpPr/>
          <p:nvPr/>
        </p:nvSpPr>
        <p:spPr>
          <a:xfrm>
            <a:off x="5592721" y="2303585"/>
            <a:ext cx="1398368" cy="679938"/>
          </a:xfrm>
          <a:prstGeom prst="ellipse">
            <a:avLst/>
          </a:prstGeom>
          <a:solidFill>
            <a:schemeClr val="bg1"/>
          </a:solidFill>
          <a:ln w="28575"/>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600" b="1" dirty="0">
                <a:solidFill>
                  <a:schemeClr val="tx1"/>
                </a:solidFill>
              </a:rPr>
              <a:t>Browse Items</a:t>
            </a:r>
          </a:p>
        </p:txBody>
      </p:sp>
      <p:cxnSp>
        <p:nvCxnSpPr>
          <p:cNvPr id="11" name="Straight Arrow Connector 10">
            <a:extLst>
              <a:ext uri="{FF2B5EF4-FFF2-40B4-BE49-F238E27FC236}">
                <a16:creationId xmlns:a16="http://schemas.microsoft.com/office/drawing/2014/main" id="{50D647D8-7DB5-CEC0-BC79-75AD4F6C17EE}"/>
              </a:ext>
            </a:extLst>
          </p:cNvPr>
          <p:cNvCxnSpPr>
            <a:cxnSpLocks/>
            <a:stCxn id="7" idx="6"/>
            <a:endCxn id="10" idx="2"/>
          </p:cNvCxnSpPr>
          <p:nvPr/>
        </p:nvCxnSpPr>
        <p:spPr>
          <a:xfrm>
            <a:off x="3786930" y="2627059"/>
            <a:ext cx="1805791" cy="16495"/>
          </a:xfrm>
          <a:prstGeom prst="straightConnector1">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6E9970B4-28BB-E4ED-CAD3-0A79E3CFC250}"/>
              </a:ext>
            </a:extLst>
          </p:cNvPr>
          <p:cNvSpPr txBox="1"/>
          <p:nvPr/>
        </p:nvSpPr>
        <p:spPr>
          <a:xfrm>
            <a:off x="4161698" y="2321170"/>
            <a:ext cx="1215397" cy="338554"/>
          </a:xfrm>
          <a:prstGeom prst="rect">
            <a:avLst/>
          </a:prstGeom>
          <a:noFill/>
        </p:spPr>
        <p:txBody>
          <a:bodyPr wrap="none" rtlCol="0">
            <a:spAutoFit/>
          </a:bodyPr>
          <a:lstStyle/>
          <a:p>
            <a:r>
              <a:rPr lang="en-GB" sz="1600" b="1" dirty="0"/>
              <a:t>&lt;&lt;include&gt;&gt;</a:t>
            </a:r>
          </a:p>
        </p:txBody>
      </p:sp>
      <p:cxnSp>
        <p:nvCxnSpPr>
          <p:cNvPr id="14" name="Straight Arrow Connector 13">
            <a:extLst>
              <a:ext uri="{FF2B5EF4-FFF2-40B4-BE49-F238E27FC236}">
                <a16:creationId xmlns:a16="http://schemas.microsoft.com/office/drawing/2014/main" id="{56DD9D0C-17A8-599F-7533-5B3936B45BE2}"/>
              </a:ext>
            </a:extLst>
          </p:cNvPr>
          <p:cNvCxnSpPr>
            <a:cxnSpLocks/>
            <a:stCxn id="35" idx="1"/>
            <a:endCxn id="29" idx="6"/>
          </p:cNvCxnSpPr>
          <p:nvPr/>
        </p:nvCxnSpPr>
        <p:spPr>
          <a:xfrm flipH="1" flipV="1">
            <a:off x="3951421" y="4567310"/>
            <a:ext cx="695076" cy="954965"/>
          </a:xfrm>
          <a:prstGeom prst="straightConnector1">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16" name="Oval 15">
            <a:extLst>
              <a:ext uri="{FF2B5EF4-FFF2-40B4-BE49-F238E27FC236}">
                <a16:creationId xmlns:a16="http://schemas.microsoft.com/office/drawing/2014/main" id="{2E755BB5-A92A-B5FC-18ED-44C83D224E44}"/>
              </a:ext>
            </a:extLst>
          </p:cNvPr>
          <p:cNvSpPr/>
          <p:nvPr/>
        </p:nvSpPr>
        <p:spPr>
          <a:xfrm>
            <a:off x="7498730" y="3661217"/>
            <a:ext cx="1460771" cy="679938"/>
          </a:xfrm>
          <a:prstGeom prst="ellipse">
            <a:avLst/>
          </a:prstGeom>
          <a:solidFill>
            <a:schemeClr val="bg1"/>
          </a:solidFill>
          <a:ln w="28575"/>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600" b="1" dirty="0">
                <a:solidFill>
                  <a:schemeClr val="tx1"/>
                </a:solidFill>
              </a:rPr>
              <a:t>Register</a:t>
            </a:r>
          </a:p>
        </p:txBody>
      </p:sp>
      <p:sp>
        <p:nvSpPr>
          <p:cNvPr id="17" name="Oval 16">
            <a:extLst>
              <a:ext uri="{FF2B5EF4-FFF2-40B4-BE49-F238E27FC236}">
                <a16:creationId xmlns:a16="http://schemas.microsoft.com/office/drawing/2014/main" id="{13B27030-3712-6CCB-A706-2F2DED015895}"/>
              </a:ext>
            </a:extLst>
          </p:cNvPr>
          <p:cNvSpPr/>
          <p:nvPr/>
        </p:nvSpPr>
        <p:spPr>
          <a:xfrm>
            <a:off x="7649169" y="4568725"/>
            <a:ext cx="1553445" cy="679938"/>
          </a:xfrm>
          <a:prstGeom prst="ellipse">
            <a:avLst/>
          </a:prstGeom>
          <a:solidFill>
            <a:schemeClr val="bg1"/>
          </a:solidFill>
          <a:ln w="28575"/>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600" b="1" dirty="0">
                <a:solidFill>
                  <a:schemeClr val="tx1"/>
                </a:solidFill>
              </a:rPr>
              <a:t>Login</a:t>
            </a:r>
          </a:p>
        </p:txBody>
      </p:sp>
      <p:pic>
        <p:nvPicPr>
          <p:cNvPr id="18" name="Graphic 17" descr="Man with solid fill">
            <a:extLst>
              <a:ext uri="{FF2B5EF4-FFF2-40B4-BE49-F238E27FC236}">
                <a16:creationId xmlns:a16="http://schemas.microsoft.com/office/drawing/2014/main" id="{1E690746-E84F-FA95-1034-BA18B5B2A62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583192" y="3654325"/>
            <a:ext cx="914400" cy="914400"/>
          </a:xfrm>
          <a:prstGeom prst="rect">
            <a:avLst/>
          </a:prstGeom>
        </p:spPr>
      </p:pic>
      <p:sp>
        <p:nvSpPr>
          <p:cNvPr id="19" name="TextBox 18">
            <a:extLst>
              <a:ext uri="{FF2B5EF4-FFF2-40B4-BE49-F238E27FC236}">
                <a16:creationId xmlns:a16="http://schemas.microsoft.com/office/drawing/2014/main" id="{943D3FBF-C74F-0723-343C-F452518F98D0}"/>
              </a:ext>
            </a:extLst>
          </p:cNvPr>
          <p:cNvSpPr txBox="1"/>
          <p:nvPr/>
        </p:nvSpPr>
        <p:spPr>
          <a:xfrm>
            <a:off x="10467041" y="4567310"/>
            <a:ext cx="679289" cy="338554"/>
          </a:xfrm>
          <a:prstGeom prst="rect">
            <a:avLst/>
          </a:prstGeom>
          <a:noFill/>
        </p:spPr>
        <p:txBody>
          <a:bodyPr wrap="none" rtlCol="0">
            <a:spAutoFit/>
          </a:bodyPr>
          <a:lstStyle/>
          <a:p>
            <a:r>
              <a:rPr lang="en-GB" sz="1600" b="1" dirty="0"/>
              <a:t>Guest</a:t>
            </a:r>
          </a:p>
        </p:txBody>
      </p:sp>
      <p:cxnSp>
        <p:nvCxnSpPr>
          <p:cNvPr id="20" name="Straight Arrow Connector 19">
            <a:extLst>
              <a:ext uri="{FF2B5EF4-FFF2-40B4-BE49-F238E27FC236}">
                <a16:creationId xmlns:a16="http://schemas.microsoft.com/office/drawing/2014/main" id="{DED84CDC-4877-100D-9E66-0FCB9ED20062}"/>
              </a:ext>
            </a:extLst>
          </p:cNvPr>
          <p:cNvCxnSpPr>
            <a:cxnSpLocks/>
          </p:cNvCxnSpPr>
          <p:nvPr/>
        </p:nvCxnSpPr>
        <p:spPr>
          <a:xfrm flipH="1">
            <a:off x="8959501" y="3995325"/>
            <a:ext cx="1851356" cy="0"/>
          </a:xfrm>
          <a:prstGeom prst="straightConnector1">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C533DFF4-7A3C-A36D-8673-3F235ABF267A}"/>
              </a:ext>
            </a:extLst>
          </p:cNvPr>
          <p:cNvCxnSpPr>
            <a:cxnSpLocks/>
            <a:endCxn id="17" idx="6"/>
          </p:cNvCxnSpPr>
          <p:nvPr/>
        </p:nvCxnSpPr>
        <p:spPr>
          <a:xfrm flipH="1">
            <a:off x="9202614" y="3995325"/>
            <a:ext cx="1608243" cy="913369"/>
          </a:xfrm>
          <a:prstGeom prst="straightConnector1">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25" name="Oval 24">
            <a:extLst>
              <a:ext uri="{FF2B5EF4-FFF2-40B4-BE49-F238E27FC236}">
                <a16:creationId xmlns:a16="http://schemas.microsoft.com/office/drawing/2014/main" id="{FF8D349E-D533-F35A-FFC1-08FB470D53BB}"/>
              </a:ext>
            </a:extLst>
          </p:cNvPr>
          <p:cNvSpPr/>
          <p:nvPr/>
        </p:nvSpPr>
        <p:spPr>
          <a:xfrm>
            <a:off x="5014572" y="4064940"/>
            <a:ext cx="1643005" cy="679938"/>
          </a:xfrm>
          <a:prstGeom prst="ellipse">
            <a:avLst/>
          </a:prstGeom>
          <a:solidFill>
            <a:schemeClr val="bg1"/>
          </a:solidFill>
          <a:ln w="28575"/>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600" b="1" dirty="0">
                <a:solidFill>
                  <a:schemeClr val="tx1"/>
                </a:solidFill>
              </a:rPr>
              <a:t>Make payment</a:t>
            </a:r>
          </a:p>
        </p:txBody>
      </p:sp>
      <p:cxnSp>
        <p:nvCxnSpPr>
          <p:cNvPr id="26" name="Straight Arrow Connector 25">
            <a:extLst>
              <a:ext uri="{FF2B5EF4-FFF2-40B4-BE49-F238E27FC236}">
                <a16:creationId xmlns:a16="http://schemas.microsoft.com/office/drawing/2014/main" id="{27482554-4EE9-2B70-B114-8FD29CFD48FF}"/>
              </a:ext>
            </a:extLst>
          </p:cNvPr>
          <p:cNvCxnSpPr>
            <a:cxnSpLocks/>
            <a:stCxn id="35" idx="0"/>
            <a:endCxn id="25" idx="4"/>
          </p:cNvCxnSpPr>
          <p:nvPr/>
        </p:nvCxnSpPr>
        <p:spPr>
          <a:xfrm flipV="1">
            <a:off x="5140895" y="4744878"/>
            <a:ext cx="695180" cy="677822"/>
          </a:xfrm>
          <a:prstGeom prst="straightConnector1">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29" name="Oval 28">
            <a:extLst>
              <a:ext uri="{FF2B5EF4-FFF2-40B4-BE49-F238E27FC236}">
                <a16:creationId xmlns:a16="http://schemas.microsoft.com/office/drawing/2014/main" id="{7A93E9F8-3572-ED46-E618-6A46C6E7F30F}"/>
              </a:ext>
            </a:extLst>
          </p:cNvPr>
          <p:cNvSpPr/>
          <p:nvPr/>
        </p:nvSpPr>
        <p:spPr>
          <a:xfrm>
            <a:off x="2334033" y="4273144"/>
            <a:ext cx="1617388" cy="588332"/>
          </a:xfrm>
          <a:prstGeom prst="ellipse">
            <a:avLst/>
          </a:prstGeom>
          <a:solidFill>
            <a:schemeClr val="bg1"/>
          </a:solidFill>
          <a:ln w="28575"/>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600" b="1" dirty="0">
                <a:solidFill>
                  <a:schemeClr val="tx1"/>
                </a:solidFill>
              </a:rPr>
              <a:t>Write review</a:t>
            </a:r>
          </a:p>
        </p:txBody>
      </p:sp>
      <p:cxnSp>
        <p:nvCxnSpPr>
          <p:cNvPr id="30" name="Straight Arrow Connector 29">
            <a:extLst>
              <a:ext uri="{FF2B5EF4-FFF2-40B4-BE49-F238E27FC236}">
                <a16:creationId xmlns:a16="http://schemas.microsoft.com/office/drawing/2014/main" id="{58672D04-E04B-6783-CFAD-CE8F7FC0F4E7}"/>
              </a:ext>
            </a:extLst>
          </p:cNvPr>
          <p:cNvCxnSpPr>
            <a:cxnSpLocks/>
            <a:stCxn id="46" idx="2"/>
            <a:endCxn id="29" idx="2"/>
          </p:cNvCxnSpPr>
          <p:nvPr/>
        </p:nvCxnSpPr>
        <p:spPr>
          <a:xfrm>
            <a:off x="1183868" y="3492933"/>
            <a:ext cx="1150165" cy="1074377"/>
          </a:xfrm>
          <a:prstGeom prst="straightConnector1">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35" name="Oval 34">
            <a:extLst>
              <a:ext uri="{FF2B5EF4-FFF2-40B4-BE49-F238E27FC236}">
                <a16:creationId xmlns:a16="http://schemas.microsoft.com/office/drawing/2014/main" id="{1F311BE3-8F70-0232-9DAC-9B3DF20C7EA2}"/>
              </a:ext>
            </a:extLst>
          </p:cNvPr>
          <p:cNvSpPr/>
          <p:nvPr/>
        </p:nvSpPr>
        <p:spPr>
          <a:xfrm>
            <a:off x="4441711" y="5422700"/>
            <a:ext cx="1398368" cy="679938"/>
          </a:xfrm>
          <a:prstGeom prst="ellipse">
            <a:avLst/>
          </a:prstGeom>
          <a:solidFill>
            <a:schemeClr val="bg1"/>
          </a:solidFill>
          <a:ln w="28575"/>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600" b="1" dirty="0">
                <a:solidFill>
                  <a:schemeClr val="tx1"/>
                </a:solidFill>
              </a:rPr>
              <a:t>Checkout</a:t>
            </a:r>
          </a:p>
        </p:txBody>
      </p:sp>
      <p:sp>
        <p:nvSpPr>
          <p:cNvPr id="36" name="TextBox 35">
            <a:extLst>
              <a:ext uri="{FF2B5EF4-FFF2-40B4-BE49-F238E27FC236}">
                <a16:creationId xmlns:a16="http://schemas.microsoft.com/office/drawing/2014/main" id="{289D4DCB-F155-A033-8786-304F95BE8E35}"/>
              </a:ext>
            </a:extLst>
          </p:cNvPr>
          <p:cNvSpPr txBox="1"/>
          <p:nvPr/>
        </p:nvSpPr>
        <p:spPr>
          <a:xfrm rot="3299539">
            <a:off x="3803915" y="5023324"/>
            <a:ext cx="1439714" cy="307777"/>
          </a:xfrm>
          <a:prstGeom prst="rect">
            <a:avLst/>
          </a:prstGeom>
          <a:noFill/>
        </p:spPr>
        <p:txBody>
          <a:bodyPr wrap="square" rtlCol="0">
            <a:spAutoFit/>
          </a:bodyPr>
          <a:lstStyle/>
          <a:p>
            <a:r>
              <a:rPr lang="en-GB" sz="1400" b="1" dirty="0"/>
              <a:t>&lt;&lt;extends&gt;&gt;</a:t>
            </a:r>
          </a:p>
        </p:txBody>
      </p:sp>
      <p:sp>
        <p:nvSpPr>
          <p:cNvPr id="46" name="Oval 45">
            <a:extLst>
              <a:ext uri="{FF2B5EF4-FFF2-40B4-BE49-F238E27FC236}">
                <a16:creationId xmlns:a16="http://schemas.microsoft.com/office/drawing/2014/main" id="{6E8C2CD3-BC7A-7995-B436-9A01A92A61A7}"/>
              </a:ext>
            </a:extLst>
          </p:cNvPr>
          <p:cNvSpPr/>
          <p:nvPr/>
        </p:nvSpPr>
        <p:spPr>
          <a:xfrm>
            <a:off x="1183868" y="3489270"/>
            <a:ext cx="17852" cy="732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6327433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DAE977-E3F8-2097-50C2-F6D9CAFD309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CF9681A-ED6C-D6C9-E7C5-69F68580F8B9}"/>
              </a:ext>
            </a:extLst>
          </p:cNvPr>
          <p:cNvSpPr>
            <a:spLocks noGrp="1"/>
          </p:cNvSpPr>
          <p:nvPr>
            <p:ph type="title"/>
          </p:nvPr>
        </p:nvSpPr>
        <p:spPr>
          <a:xfrm>
            <a:off x="838200" y="365126"/>
            <a:ext cx="10515600" cy="1306440"/>
          </a:xfrm>
        </p:spPr>
        <p:txBody>
          <a:bodyPr vert="horz" lIns="91440" tIns="45720" rIns="91440" bIns="45720" rtlCol="0" anchor="ctr">
            <a:normAutofit/>
          </a:bodyPr>
          <a:lstStyle/>
          <a:p>
            <a:pPr algn="l" defTabSz="914400">
              <a:lnSpc>
                <a:spcPct val="90000"/>
              </a:lnSpc>
            </a:pPr>
            <a:r>
              <a:rPr lang="en-GB" sz="4000"/>
              <a:t>Why Use Case Diagrams Matter</a:t>
            </a:r>
            <a:endParaRPr lang="en-US" sz="4000" dirty="0"/>
          </a:p>
        </p:txBody>
      </p:sp>
      <p:sp>
        <p:nvSpPr>
          <p:cNvPr id="7" name="TextBox 6">
            <a:extLst>
              <a:ext uri="{FF2B5EF4-FFF2-40B4-BE49-F238E27FC236}">
                <a16:creationId xmlns:a16="http://schemas.microsoft.com/office/drawing/2014/main" id="{91277BE3-22F3-8416-AEF9-B6B6A9BD5EB5}"/>
              </a:ext>
            </a:extLst>
          </p:cNvPr>
          <p:cNvSpPr txBox="1"/>
          <p:nvPr/>
        </p:nvSpPr>
        <p:spPr>
          <a:xfrm>
            <a:off x="1172308" y="1646503"/>
            <a:ext cx="9343292" cy="4315027"/>
          </a:xfrm>
          <a:prstGeom prst="rect">
            <a:avLst/>
          </a:prstGeom>
          <a:noFill/>
        </p:spPr>
        <p:txBody>
          <a:bodyPr wrap="square">
            <a:spAutoFit/>
          </a:bodyPr>
          <a:lstStyle/>
          <a:p>
            <a:pPr marL="285750" indent="-285750">
              <a:lnSpc>
                <a:spcPct val="200000"/>
              </a:lnSpc>
              <a:buFont typeface="Wingdings" panose="05000000000000000000" pitchFamily="2" charset="2"/>
              <a:buChar char="Ø"/>
            </a:pPr>
            <a:r>
              <a:rPr lang="en-GB" sz="2000" b="1" dirty="0"/>
              <a:t>Clarify functional requirements early</a:t>
            </a:r>
          </a:p>
          <a:p>
            <a:pPr marL="285750" indent="-285750">
              <a:lnSpc>
                <a:spcPct val="200000"/>
              </a:lnSpc>
              <a:buFont typeface="Wingdings" panose="05000000000000000000" pitchFamily="2" charset="2"/>
              <a:buChar char="Ø"/>
            </a:pPr>
            <a:r>
              <a:rPr lang="en-GB" sz="2000" b="1" dirty="0"/>
              <a:t>Provide shared understanding</a:t>
            </a:r>
          </a:p>
          <a:p>
            <a:pPr marL="285750" indent="-285750">
              <a:lnSpc>
                <a:spcPct val="200000"/>
              </a:lnSpc>
              <a:buFont typeface="Wingdings" panose="05000000000000000000" pitchFamily="2" charset="2"/>
              <a:buChar char="Ø"/>
            </a:pPr>
            <a:r>
              <a:rPr lang="en-GB" sz="2000" b="1" dirty="0"/>
              <a:t>Identify missing or duplicate functionality</a:t>
            </a:r>
          </a:p>
          <a:p>
            <a:pPr marL="285750" indent="-285750">
              <a:lnSpc>
                <a:spcPct val="200000"/>
              </a:lnSpc>
              <a:buFont typeface="Wingdings" panose="05000000000000000000" pitchFamily="2" charset="2"/>
              <a:buChar char="Ø"/>
            </a:pPr>
            <a:r>
              <a:rPr lang="en-GB" sz="2000" b="1" dirty="0"/>
              <a:t>Foundation for:</a:t>
            </a:r>
          </a:p>
          <a:p>
            <a:pPr marL="742950" lvl="1" indent="-285750">
              <a:lnSpc>
                <a:spcPct val="200000"/>
              </a:lnSpc>
              <a:buFont typeface="Courier New" panose="02070309020205020404" pitchFamily="49" charset="0"/>
              <a:buChar char="o"/>
            </a:pPr>
            <a:r>
              <a:rPr lang="en-GB" sz="2000" b="1" dirty="0"/>
              <a:t>User stories</a:t>
            </a:r>
          </a:p>
          <a:p>
            <a:pPr marL="742950" lvl="1" indent="-285750">
              <a:lnSpc>
                <a:spcPct val="200000"/>
              </a:lnSpc>
              <a:buFont typeface="Courier New" panose="02070309020205020404" pitchFamily="49" charset="0"/>
              <a:buChar char="o"/>
            </a:pPr>
            <a:r>
              <a:rPr lang="en-GB" sz="2000" b="1" dirty="0"/>
              <a:t>System design</a:t>
            </a:r>
          </a:p>
          <a:p>
            <a:pPr marL="742950" lvl="1" indent="-285750">
              <a:lnSpc>
                <a:spcPct val="200000"/>
              </a:lnSpc>
              <a:buFont typeface="Courier New" panose="02070309020205020404" pitchFamily="49" charset="0"/>
              <a:buChar char="o"/>
            </a:pPr>
            <a:r>
              <a:rPr lang="en-GB" sz="2000" b="1" dirty="0"/>
              <a:t>Test cases</a:t>
            </a:r>
          </a:p>
        </p:txBody>
      </p:sp>
    </p:spTree>
    <p:extLst>
      <p:ext uri="{BB962C8B-B14F-4D97-AF65-F5344CB8AC3E}">
        <p14:creationId xmlns:p14="http://schemas.microsoft.com/office/powerpoint/2010/main" val="14163486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0C541B88-1AE9-40C3-AFD5-967787C197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Rectangle 40">
            <a:extLst>
              <a:ext uri="{FF2B5EF4-FFF2-40B4-BE49-F238E27FC236}">
                <a16:creationId xmlns:a16="http://schemas.microsoft.com/office/drawing/2014/main" id="{E5F17139-31EE-46AC-B04F-DBBD852DD6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890596"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414C5E5-25E1-494C-B137-29576DAF87FC}"/>
              </a:ext>
            </a:extLst>
          </p:cNvPr>
          <p:cNvSpPr>
            <a:spLocks noGrp="1"/>
          </p:cNvSpPr>
          <p:nvPr>
            <p:ph type="ctrTitle"/>
          </p:nvPr>
        </p:nvSpPr>
        <p:spPr>
          <a:xfrm>
            <a:off x="838200" y="1195697"/>
            <a:ext cx="3466570" cy="4238118"/>
          </a:xfrm>
        </p:spPr>
        <p:txBody>
          <a:bodyPr vert="horz" lIns="91440" tIns="45720" rIns="91440" bIns="45720" rtlCol="0" anchor="ctr">
            <a:normAutofit/>
          </a:bodyPr>
          <a:lstStyle/>
          <a:p>
            <a:pPr algn="l" defTabSz="914400">
              <a:lnSpc>
                <a:spcPct val="90000"/>
              </a:lnSpc>
            </a:pPr>
            <a:r>
              <a:rPr lang="en-US" b="1" kern="1200" dirty="0">
                <a:solidFill>
                  <a:schemeClr val="bg1"/>
                </a:solidFill>
                <a:latin typeface="+mj-lt"/>
                <a:ea typeface="+mj-ea"/>
                <a:cs typeface="+mj-cs"/>
              </a:rPr>
              <a:t>UML </a:t>
            </a:r>
            <a:br>
              <a:rPr lang="en-US" b="1" kern="1200" dirty="0">
                <a:solidFill>
                  <a:schemeClr val="bg1"/>
                </a:solidFill>
                <a:latin typeface="+mj-lt"/>
                <a:ea typeface="+mj-ea"/>
                <a:cs typeface="+mj-cs"/>
              </a:rPr>
            </a:br>
            <a:r>
              <a:rPr lang="en-US" b="1" kern="1200" dirty="0">
                <a:solidFill>
                  <a:schemeClr val="bg1"/>
                </a:solidFill>
                <a:latin typeface="+mj-lt"/>
                <a:ea typeface="+mj-ea"/>
                <a:cs typeface="+mj-cs"/>
              </a:rPr>
              <a:t>Class Diagram</a:t>
            </a:r>
          </a:p>
        </p:txBody>
      </p:sp>
      <p:grpSp>
        <p:nvGrpSpPr>
          <p:cNvPr id="43" name="Graphic 38">
            <a:extLst>
              <a:ext uri="{FF2B5EF4-FFF2-40B4-BE49-F238E27FC236}">
                <a16:creationId xmlns:a16="http://schemas.microsoft.com/office/drawing/2014/main" id="{7CF625D3-71A3-4F30-A096-8EF334E959D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02912"/>
            <a:ext cx="1910252" cy="709660"/>
            <a:chOff x="2267504" y="2540250"/>
            <a:chExt cx="1990951" cy="739640"/>
          </a:xfrm>
          <a:solidFill>
            <a:schemeClr val="bg1"/>
          </a:solidFill>
        </p:grpSpPr>
        <p:sp>
          <p:nvSpPr>
            <p:cNvPr id="44" name="Freeform: Shape 43">
              <a:extLst>
                <a:ext uri="{FF2B5EF4-FFF2-40B4-BE49-F238E27FC236}">
                  <a16:creationId xmlns:a16="http://schemas.microsoft.com/office/drawing/2014/main" id="{C6754E2F-F56E-4BA3-99DD-8EBF110E34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54025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5835 h 286230"/>
                <a:gd name="connsiteX8" fmla="*/ 255835 w 1990951"/>
                <a:gd name="connsiteY8" fmla="*/ 0 h 286230"/>
                <a:gd name="connsiteX9" fmla="*/ 504071 w 1990951"/>
                <a:gd name="connsiteY9" fmla="*/ 245703 h 286230"/>
                <a:gd name="connsiteX10" fmla="*/ 749773 w 1990951"/>
                <a:gd name="connsiteY10" fmla="*/ 0 h 286230"/>
                <a:gd name="connsiteX11" fmla="*/ 995476 w 1990951"/>
                <a:gd name="connsiteY11" fmla="*/ 245703 h 286230"/>
                <a:gd name="connsiteX12" fmla="*/ 1243712 w 1990951"/>
                <a:gd name="connsiteY12" fmla="*/ 0 h 286230"/>
                <a:gd name="connsiteX13" fmla="*/ 1489414 w 1990951"/>
                <a:gd name="connsiteY13" fmla="*/ 245703 h 286230"/>
                <a:gd name="connsiteX14" fmla="*/ 1735117 w 1990951"/>
                <a:gd name="connsiteY14" fmla="*/ 0 h 286230"/>
                <a:gd name="connsiteX15" fmla="*/ 1990952 w 1990951"/>
                <a:gd name="connsiteY15" fmla="*/ 255835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grpFill/>
            <a:ln w="25320" cap="flat">
              <a:noFill/>
              <a:prstDash val="solid"/>
              <a:miter/>
            </a:ln>
          </p:spPr>
          <p:txBody>
            <a:bodyPr rtlCol="0" anchor="ctr"/>
            <a:lstStyle/>
            <a:p>
              <a:endParaRPr lang="en-US" dirty="0"/>
            </a:p>
          </p:txBody>
        </p:sp>
        <p:sp>
          <p:nvSpPr>
            <p:cNvPr id="45" name="Freeform: Shape 44">
              <a:extLst>
                <a:ext uri="{FF2B5EF4-FFF2-40B4-BE49-F238E27FC236}">
                  <a16:creationId xmlns:a16="http://schemas.microsoft.com/office/drawing/2014/main" id="{24A69059-7C49-49C6-B071-F2A9B558E0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99366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8368 h 286230"/>
                <a:gd name="connsiteX8" fmla="*/ 255835 w 1990951"/>
                <a:gd name="connsiteY8" fmla="*/ 0 h 286230"/>
                <a:gd name="connsiteX9" fmla="*/ 504071 w 1990951"/>
                <a:gd name="connsiteY9" fmla="*/ 248236 h 286230"/>
                <a:gd name="connsiteX10" fmla="*/ 749773 w 1990951"/>
                <a:gd name="connsiteY10" fmla="*/ 0 h 286230"/>
                <a:gd name="connsiteX11" fmla="*/ 995476 w 1990951"/>
                <a:gd name="connsiteY11" fmla="*/ 248236 h 286230"/>
                <a:gd name="connsiteX12" fmla="*/ 1243712 w 1990951"/>
                <a:gd name="connsiteY12" fmla="*/ 0 h 286230"/>
                <a:gd name="connsiteX13" fmla="*/ 1489414 w 1990951"/>
                <a:gd name="connsiteY13" fmla="*/ 248236 h 286230"/>
                <a:gd name="connsiteX14" fmla="*/ 1735117 w 1990951"/>
                <a:gd name="connsiteY14" fmla="*/ 0 h 286230"/>
                <a:gd name="connsiteX15" fmla="*/ 1990952 w 1990951"/>
                <a:gd name="connsiteY15" fmla="*/ 258368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grpFill/>
            <a:ln w="25320" cap="flat">
              <a:noFill/>
              <a:prstDash val="solid"/>
              <a:miter/>
            </a:ln>
          </p:spPr>
          <p:txBody>
            <a:bodyPr rtlCol="0" anchor="ctr"/>
            <a:lstStyle/>
            <a:p>
              <a:endParaRPr lang="en-US"/>
            </a:p>
          </p:txBody>
        </p:sp>
      </p:grpSp>
      <p:sp>
        <p:nvSpPr>
          <p:cNvPr id="47" name="Oval 46">
            <a:extLst>
              <a:ext uri="{FF2B5EF4-FFF2-40B4-BE49-F238E27FC236}">
                <a16:creationId xmlns:a16="http://schemas.microsoft.com/office/drawing/2014/main" id="{89D16701-DA76-4F72-BB63-E2C3FFBDFE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260" y="4752208"/>
            <a:ext cx="365021" cy="365021"/>
          </a:xfrm>
          <a:prstGeom prst="ellipse">
            <a:avLst/>
          </a:pr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49" name="Oval 48">
            <a:extLst>
              <a:ext uri="{FF2B5EF4-FFF2-40B4-BE49-F238E27FC236}">
                <a16:creationId xmlns:a16="http://schemas.microsoft.com/office/drawing/2014/main" id="{1CC28BE1-9DC6-43FE-9582-39F091098D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260" y="4752208"/>
            <a:ext cx="365021" cy="365021"/>
          </a:xfrm>
          <a:prstGeom prst="ellipse">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51" name="Graphic 4">
            <a:extLst>
              <a:ext uri="{FF2B5EF4-FFF2-40B4-BE49-F238E27FC236}">
                <a16:creationId xmlns:a16="http://schemas.microsoft.com/office/drawing/2014/main" id="{AF9AF3F3-CE0C-4125-BDD7-346487FA0B4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09667" y="5539935"/>
            <a:ext cx="975169" cy="975171"/>
            <a:chOff x="5829300" y="3162300"/>
            <a:chExt cx="532256" cy="532257"/>
          </a:xfrm>
          <a:solidFill>
            <a:schemeClr val="bg1"/>
          </a:solidFill>
        </p:grpSpPr>
        <p:sp>
          <p:nvSpPr>
            <p:cNvPr id="52" name="Freeform: Shape 51">
              <a:extLst>
                <a:ext uri="{FF2B5EF4-FFF2-40B4-BE49-F238E27FC236}">
                  <a16:creationId xmlns:a16="http://schemas.microsoft.com/office/drawing/2014/main" id="{B31DFBFA-CF4D-4940-9086-26F83E5C6B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9208" y="3192208"/>
              <a:ext cx="112966" cy="11296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9525" cap="flat">
              <a:noFill/>
              <a:prstDash val="solid"/>
              <a:miter/>
            </a:ln>
          </p:spPr>
          <p:txBody>
            <a:bodyPr rtlCol="0" anchor="ctr"/>
            <a:lstStyle/>
            <a:p>
              <a:endParaRPr lang="en-US"/>
            </a:p>
          </p:txBody>
        </p:sp>
        <p:sp>
          <p:nvSpPr>
            <p:cNvPr id="53" name="Freeform: Shape 52">
              <a:extLst>
                <a:ext uri="{FF2B5EF4-FFF2-40B4-BE49-F238E27FC236}">
                  <a16:creationId xmlns:a16="http://schemas.microsoft.com/office/drawing/2014/main" id="{27854033-BD20-4C77-8C5B-048F4B3BDD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1205" y="3164205"/>
              <a:ext cx="230314" cy="230314"/>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9525" cap="flat">
              <a:noFill/>
              <a:prstDash val="solid"/>
              <a:miter/>
            </a:ln>
          </p:spPr>
          <p:txBody>
            <a:bodyPr rtlCol="0" anchor="ctr"/>
            <a:lstStyle/>
            <a:p>
              <a:endParaRPr lang="en-US"/>
            </a:p>
          </p:txBody>
        </p:sp>
        <p:sp>
          <p:nvSpPr>
            <p:cNvPr id="54" name="Freeform: Shape 53">
              <a:extLst>
                <a:ext uri="{FF2B5EF4-FFF2-40B4-BE49-F238E27FC236}">
                  <a16:creationId xmlns:a16="http://schemas.microsoft.com/office/drawing/2014/main" id="{BC93AA74-BEB3-444F-835B-7AA6ECE617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29300" y="3162300"/>
              <a:ext cx="294131" cy="294131"/>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9525" cap="flat">
              <a:noFill/>
              <a:prstDash val="solid"/>
              <a:miter/>
            </a:ln>
          </p:spPr>
          <p:txBody>
            <a:bodyPr rtlCol="0" anchor="ctr"/>
            <a:lstStyle/>
            <a:p>
              <a:endParaRPr lang="en-US"/>
            </a:p>
          </p:txBody>
        </p:sp>
        <p:sp>
          <p:nvSpPr>
            <p:cNvPr id="55" name="Freeform: Shape 54">
              <a:extLst>
                <a:ext uri="{FF2B5EF4-FFF2-40B4-BE49-F238E27FC236}">
                  <a16:creationId xmlns:a16="http://schemas.microsoft.com/office/drawing/2014/main" id="{F00DF1C9-6952-4704-B8B3-95406E18E4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7205" y="3170110"/>
              <a:ext cx="337184" cy="337280"/>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9525" cap="flat">
              <a:noFill/>
              <a:prstDash val="solid"/>
              <a:miter/>
            </a:ln>
          </p:spPr>
          <p:txBody>
            <a:bodyPr rtlCol="0" anchor="ctr"/>
            <a:lstStyle/>
            <a:p>
              <a:endParaRPr lang="en-US"/>
            </a:p>
          </p:txBody>
        </p:sp>
        <p:sp>
          <p:nvSpPr>
            <p:cNvPr id="56" name="Freeform: Shape 55">
              <a:extLst>
                <a:ext uri="{FF2B5EF4-FFF2-40B4-BE49-F238E27FC236}">
                  <a16:creationId xmlns:a16="http://schemas.microsoft.com/office/drawing/2014/main" id="{B34783FD-297C-40D2-964B-DBAE4DE283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3207" y="3186207"/>
              <a:ext cx="364617" cy="364617"/>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9525"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DE621623-0357-4FD5-A1AC-4005010259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5305" y="3208305"/>
              <a:ext cx="380238" cy="380238"/>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9525" cap="flat">
              <a:noFill/>
              <a:prstDash val="solid"/>
              <a:miter/>
            </a:ln>
          </p:spPr>
          <p:txBody>
            <a:bodyPr rtlCol="0" anchor="ctr"/>
            <a:lstStyle/>
            <a:p>
              <a:endParaRPr lang="en-US"/>
            </a:p>
          </p:txBody>
        </p:sp>
        <p:sp>
          <p:nvSpPr>
            <p:cNvPr id="58" name="Freeform: Shape 57">
              <a:extLst>
                <a:ext uri="{FF2B5EF4-FFF2-40B4-BE49-F238E27FC236}">
                  <a16:creationId xmlns:a16="http://schemas.microsoft.com/office/drawing/2014/main" id="{024F346E-10A0-458F-A9CA-8C0079472F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02832" y="3235832"/>
              <a:ext cx="385191" cy="385191"/>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9525" cap="flat">
              <a:noFill/>
              <a:prstDash val="solid"/>
              <a:miter/>
            </a:ln>
          </p:spPr>
          <p:txBody>
            <a:bodyPr rtlCol="0" anchor="ctr"/>
            <a:lstStyle/>
            <a:p>
              <a:endParaRPr lang="en-US"/>
            </a:p>
          </p:txBody>
        </p:sp>
        <p:sp>
          <p:nvSpPr>
            <p:cNvPr id="59" name="Freeform: Shape 58">
              <a:extLst>
                <a:ext uri="{FF2B5EF4-FFF2-40B4-BE49-F238E27FC236}">
                  <a16:creationId xmlns:a16="http://schemas.microsoft.com/office/drawing/2014/main" id="{7937A2F7-01A9-47F3-BED6-B61D998408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35789" y="3268313"/>
              <a:ext cx="379761" cy="380237"/>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9525" cap="flat">
              <a:noFill/>
              <a:prstDash val="solid"/>
              <a:miter/>
            </a:ln>
          </p:spPr>
          <p:txBody>
            <a:bodyPr rtlCol="0" anchor="ctr"/>
            <a:lstStyle/>
            <a:p>
              <a:endParaRPr lang="en-US"/>
            </a:p>
          </p:txBody>
        </p:sp>
        <p:sp>
          <p:nvSpPr>
            <p:cNvPr id="60" name="Freeform: Shape 59">
              <a:extLst>
                <a:ext uri="{FF2B5EF4-FFF2-40B4-BE49-F238E27FC236}">
                  <a16:creationId xmlns:a16="http://schemas.microsoft.com/office/drawing/2014/main" id="{5B44DAF8-5073-441A-82E1-180385D35F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2841" y="3305841"/>
              <a:ext cx="364807" cy="364807"/>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9525"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52B0413D-0E36-4A90-8E6A-9EDC676A60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16370" y="3349466"/>
              <a:ext cx="337280" cy="337280"/>
            </a:xfrm>
            <a:custGeom>
              <a:avLst/>
              <a:gdLst>
                <a:gd name="connsiteX0" fmla="*/ 333470 w 337280"/>
                <a:gd name="connsiteY0" fmla="*/ 0 h 337280"/>
                <a:gd name="connsiteX1" fmla="*/ 337280 w 337280"/>
                <a:gd name="connsiteY1" fmla="*/ 13430 h 337280"/>
                <a:gd name="connsiteX2" fmla="*/ 13430 w 337280"/>
                <a:gd name="connsiteY2" fmla="*/ 337280 h 337280"/>
                <a:gd name="connsiteX3" fmla="*/ 0 w 337280"/>
                <a:gd name="connsiteY3" fmla="*/ 333470 h 337280"/>
              </a:gdLst>
              <a:ahLst/>
              <a:cxnLst>
                <a:cxn ang="0">
                  <a:pos x="connsiteX0" y="connsiteY0"/>
                </a:cxn>
                <a:cxn ang="0">
                  <a:pos x="connsiteX1" y="connsiteY1"/>
                </a:cxn>
                <a:cxn ang="0">
                  <a:pos x="connsiteX2" y="connsiteY2"/>
                </a:cxn>
                <a:cxn ang="0">
                  <a:pos x="connsiteX3" y="connsiteY3"/>
                </a:cxn>
              </a:cxnLst>
              <a:rect l="l" t="t" r="r" b="b"/>
              <a:pathLst>
                <a:path w="337280" h="337280">
                  <a:moveTo>
                    <a:pt x="333470" y="0"/>
                  </a:moveTo>
                  <a:cubicBezTo>
                    <a:pt x="334899" y="4382"/>
                    <a:pt x="336137" y="8858"/>
                    <a:pt x="337280" y="13430"/>
                  </a:cubicBezTo>
                  <a:lnTo>
                    <a:pt x="13430" y="337280"/>
                  </a:lnTo>
                  <a:cubicBezTo>
                    <a:pt x="8858" y="336137"/>
                    <a:pt x="4382" y="334899"/>
                    <a:pt x="0" y="333470"/>
                  </a:cubicBezTo>
                  <a:close/>
                </a:path>
              </a:pathLst>
            </a:custGeom>
            <a:grpFill/>
            <a:ln w="9525" cap="flat">
              <a:noFill/>
              <a:prstDash val="solid"/>
              <a:miter/>
            </a:ln>
          </p:spPr>
          <p:txBody>
            <a:bodyPr rtlCol="0" anchor="ctr"/>
            <a:lstStyle/>
            <a:p>
              <a:endParaRPr lang="en-US"/>
            </a:p>
          </p:txBody>
        </p:sp>
        <p:sp>
          <p:nvSpPr>
            <p:cNvPr id="62" name="Freeform: Shape 61">
              <a:extLst>
                <a:ext uri="{FF2B5EF4-FFF2-40B4-BE49-F238E27FC236}">
                  <a16:creationId xmlns:a16="http://schemas.microsoft.com/office/drawing/2014/main" id="{86059ECF-0D50-48AD-B67A-645EC29D33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67329" y="3400425"/>
              <a:ext cx="294227" cy="294132"/>
            </a:xfrm>
            <a:custGeom>
              <a:avLst/>
              <a:gdLst>
                <a:gd name="connsiteX0" fmla="*/ 292989 w 294227"/>
                <a:gd name="connsiteY0" fmla="*/ 0 h 294132"/>
                <a:gd name="connsiteX1" fmla="*/ 294227 w 294227"/>
                <a:gd name="connsiteY1" fmla="*/ 15907 h 294132"/>
                <a:gd name="connsiteX2" fmla="*/ 15907 w 294227"/>
                <a:gd name="connsiteY2" fmla="*/ 294132 h 294132"/>
                <a:gd name="connsiteX3" fmla="*/ 0 w 294227"/>
                <a:gd name="connsiteY3" fmla="*/ 292894 h 294132"/>
              </a:gdLst>
              <a:ahLst/>
              <a:cxnLst>
                <a:cxn ang="0">
                  <a:pos x="connsiteX0" y="connsiteY0"/>
                </a:cxn>
                <a:cxn ang="0">
                  <a:pos x="connsiteX1" y="connsiteY1"/>
                </a:cxn>
                <a:cxn ang="0">
                  <a:pos x="connsiteX2" y="connsiteY2"/>
                </a:cxn>
                <a:cxn ang="0">
                  <a:pos x="connsiteX3" y="connsiteY3"/>
                </a:cxn>
              </a:cxnLst>
              <a:rect l="l" t="t" r="r" b="b"/>
              <a:pathLst>
                <a:path w="294227" h="294132">
                  <a:moveTo>
                    <a:pt x="292989" y="0"/>
                  </a:moveTo>
                  <a:cubicBezTo>
                    <a:pt x="293561" y="5334"/>
                    <a:pt x="293942" y="10668"/>
                    <a:pt x="294227" y="15907"/>
                  </a:cubicBezTo>
                  <a:lnTo>
                    <a:pt x="15907" y="294132"/>
                  </a:lnTo>
                  <a:cubicBezTo>
                    <a:pt x="10668" y="294132"/>
                    <a:pt x="5334" y="293465"/>
                    <a:pt x="0" y="292894"/>
                  </a:cubicBezTo>
                  <a:close/>
                </a:path>
              </a:pathLst>
            </a:custGeom>
            <a:grpFill/>
            <a:ln w="9525" cap="flat">
              <a:noFill/>
              <a:prstDash val="solid"/>
              <a:miter/>
            </a:ln>
          </p:spPr>
          <p:txBody>
            <a:bodyPr rtlCol="0" anchor="ctr"/>
            <a:lstStyle/>
            <a:p>
              <a:endParaRPr lang="en-US"/>
            </a:p>
          </p:txBody>
        </p:sp>
        <p:sp>
          <p:nvSpPr>
            <p:cNvPr id="63" name="Freeform: Shape 62">
              <a:extLst>
                <a:ext uri="{FF2B5EF4-FFF2-40B4-BE49-F238E27FC236}">
                  <a16:creationId xmlns:a16="http://schemas.microsoft.com/office/drawing/2014/main" id="{B394906F-6BF2-447E-9886-F12708E128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29337" y="3462337"/>
              <a:ext cx="230314" cy="230314"/>
            </a:xfrm>
            <a:custGeom>
              <a:avLst/>
              <a:gdLst>
                <a:gd name="connsiteX0" fmla="*/ 230315 w 230314"/>
                <a:gd name="connsiteY0" fmla="*/ 0 h 230314"/>
                <a:gd name="connsiteX1" fmla="*/ 226886 w 230314"/>
                <a:gd name="connsiteY1" fmla="*/ 20574 h 230314"/>
                <a:gd name="connsiteX2" fmla="*/ 20669 w 230314"/>
                <a:gd name="connsiteY2" fmla="*/ 226790 h 230314"/>
                <a:gd name="connsiteX3" fmla="*/ 0 w 230314"/>
                <a:gd name="connsiteY3" fmla="*/ 230315 h 230314"/>
              </a:gdLst>
              <a:ahLst/>
              <a:cxnLst>
                <a:cxn ang="0">
                  <a:pos x="connsiteX0" y="connsiteY0"/>
                </a:cxn>
                <a:cxn ang="0">
                  <a:pos x="connsiteX1" y="connsiteY1"/>
                </a:cxn>
                <a:cxn ang="0">
                  <a:pos x="connsiteX2" y="connsiteY2"/>
                </a:cxn>
                <a:cxn ang="0">
                  <a:pos x="connsiteX3" y="connsiteY3"/>
                </a:cxn>
              </a:cxnLst>
              <a:rect l="l" t="t" r="r" b="b"/>
              <a:pathLst>
                <a:path w="230314" h="230314">
                  <a:moveTo>
                    <a:pt x="230315" y="0"/>
                  </a:moveTo>
                  <a:cubicBezTo>
                    <a:pt x="229457" y="6953"/>
                    <a:pt x="228314" y="13716"/>
                    <a:pt x="226886" y="20574"/>
                  </a:cubicBezTo>
                  <a:lnTo>
                    <a:pt x="20669" y="226790"/>
                  </a:lnTo>
                  <a:cubicBezTo>
                    <a:pt x="13811" y="228314"/>
                    <a:pt x="6953" y="229457"/>
                    <a:pt x="0" y="230315"/>
                  </a:cubicBezTo>
                  <a:close/>
                </a:path>
              </a:pathLst>
            </a:custGeom>
            <a:grpFill/>
            <a:ln w="9525" cap="flat">
              <a:noFill/>
              <a:prstDash val="solid"/>
              <a:miter/>
            </a:ln>
          </p:spPr>
          <p:txBody>
            <a:bodyPr rtlCol="0" anchor="ctr"/>
            <a:lstStyle/>
            <a:p>
              <a:endParaRPr lang="en-US"/>
            </a:p>
          </p:txBody>
        </p:sp>
        <p:sp>
          <p:nvSpPr>
            <p:cNvPr id="64" name="Freeform: Shape 63">
              <a:extLst>
                <a:ext uri="{FF2B5EF4-FFF2-40B4-BE49-F238E27FC236}">
                  <a16:creationId xmlns:a16="http://schemas.microsoft.com/office/drawing/2014/main" id="{A45EB96B-215A-4EBF-A594-2B08222339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18682" y="3551682"/>
              <a:ext cx="112871" cy="112871"/>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9525" cap="flat">
              <a:noFill/>
              <a:prstDash val="solid"/>
              <a:miter/>
            </a:ln>
          </p:spPr>
          <p:txBody>
            <a:bodyPr rtlCol="0" anchor="ctr"/>
            <a:lstStyle/>
            <a:p>
              <a:endParaRPr lang="en-US" dirty="0"/>
            </a:p>
          </p:txBody>
        </p:sp>
      </p:grpSp>
      <p:graphicFrame>
        <p:nvGraphicFramePr>
          <p:cNvPr id="35" name="Rectangle 9">
            <a:extLst>
              <a:ext uri="{FF2B5EF4-FFF2-40B4-BE49-F238E27FC236}">
                <a16:creationId xmlns:a16="http://schemas.microsoft.com/office/drawing/2014/main" id="{93D0D02E-A279-6D32-4459-8CBF8E9CE495}"/>
              </a:ext>
            </a:extLst>
          </p:cNvPr>
          <p:cNvGraphicFramePr/>
          <p:nvPr>
            <p:extLst>
              <p:ext uri="{D42A27DB-BD31-4B8C-83A1-F6EECF244321}">
                <p14:modId xmlns:p14="http://schemas.microsoft.com/office/powerpoint/2010/main" val="2126210060"/>
              </p:ext>
            </p:extLst>
          </p:nvPr>
        </p:nvGraphicFramePr>
        <p:xfrm>
          <a:off x="5484139" y="477540"/>
          <a:ext cx="6301601" cy="587880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1163527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38200" y="557189"/>
            <a:ext cx="3374136" cy="5567891"/>
          </a:xfrm>
          <a:prstGeom prst="rect">
            <a:avLst/>
          </a:prstGeom>
        </p:spPr>
        <p:txBody>
          <a:bodyPr vert="horz" lIns="91440" tIns="45720" rIns="91440" bIns="45720" rtlCol="0" anchor="ctr">
            <a:normAutofit/>
          </a:bodyPr>
          <a:lstStyle/>
          <a:p>
            <a:pPr defTabSz="914400">
              <a:lnSpc>
                <a:spcPct val="90000"/>
              </a:lnSpc>
              <a:spcBef>
                <a:spcPct val="0"/>
              </a:spcBef>
              <a:spcAft>
                <a:spcPts val="600"/>
              </a:spcAft>
            </a:pPr>
            <a:r>
              <a:rPr lang="en-US" sz="4000" b="1" kern="1200" dirty="0">
                <a:solidFill>
                  <a:schemeClr val="tx1"/>
                </a:solidFill>
                <a:latin typeface="+mj-lt"/>
                <a:ea typeface="+mj-ea"/>
                <a:cs typeface="+mj-cs"/>
              </a:rPr>
              <a:t>Class Diagrams</a:t>
            </a:r>
          </a:p>
        </p:txBody>
      </p:sp>
      <p:graphicFrame>
        <p:nvGraphicFramePr>
          <p:cNvPr id="5" name="TextBox 2">
            <a:extLst>
              <a:ext uri="{FF2B5EF4-FFF2-40B4-BE49-F238E27FC236}">
                <a16:creationId xmlns:a16="http://schemas.microsoft.com/office/drawing/2014/main" id="{8D6FB852-D299-E1A6-DD94-88D23C9A16FA}"/>
              </a:ext>
            </a:extLst>
          </p:cNvPr>
          <p:cNvGraphicFramePr/>
          <p:nvPr/>
        </p:nvGraphicFramePr>
        <p:xfrm>
          <a:off x="5093208" y="620392"/>
          <a:ext cx="6263640" cy="55046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421938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86478" y="1683756"/>
            <a:ext cx="3115265" cy="2396359"/>
          </a:xfrm>
          <a:prstGeom prst="rect">
            <a:avLst/>
          </a:prstGeom>
        </p:spPr>
        <p:txBody>
          <a:bodyPr vert="horz" lIns="91440" tIns="45720" rIns="91440" bIns="45720" rtlCol="0" anchor="b">
            <a:normAutofit/>
          </a:bodyPr>
          <a:lstStyle/>
          <a:p>
            <a:pPr algn="r" defTabSz="914400">
              <a:lnSpc>
                <a:spcPct val="90000"/>
              </a:lnSpc>
              <a:spcBef>
                <a:spcPct val="0"/>
              </a:spcBef>
              <a:spcAft>
                <a:spcPts val="600"/>
              </a:spcAft>
            </a:pPr>
            <a:r>
              <a:rPr lang="en-US" sz="4000" b="1" kern="1200">
                <a:solidFill>
                  <a:srgbClr val="FFFFFF"/>
                </a:solidFill>
                <a:latin typeface="+mj-lt"/>
                <a:ea typeface="+mj-ea"/>
                <a:cs typeface="+mj-cs"/>
              </a:rPr>
              <a:t>Relationships</a:t>
            </a:r>
          </a:p>
        </p:txBody>
      </p:sp>
      <p:graphicFrame>
        <p:nvGraphicFramePr>
          <p:cNvPr id="5" name="TextBox 2">
            <a:extLst>
              <a:ext uri="{FF2B5EF4-FFF2-40B4-BE49-F238E27FC236}">
                <a16:creationId xmlns:a16="http://schemas.microsoft.com/office/drawing/2014/main" id="{514A40BE-8B3E-0372-0C71-ED86A6957373}"/>
              </a:ext>
            </a:extLst>
          </p:cNvPr>
          <p:cNvGraphicFramePr/>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extBox 2">
            <a:extLst>
              <a:ext uri="{FF2B5EF4-FFF2-40B4-BE49-F238E27FC236}">
                <a16:creationId xmlns:a16="http://schemas.microsoft.com/office/drawing/2014/main" id="{29B86C2A-2537-5A83-C5BA-EDA35A7BD3FF}"/>
              </a:ext>
            </a:extLst>
          </p:cNvPr>
          <p:cNvSpPr txBox="1"/>
          <p:nvPr/>
        </p:nvSpPr>
        <p:spPr>
          <a:xfrm>
            <a:off x="838200" y="557189"/>
            <a:ext cx="3374136" cy="5567891"/>
          </a:xfrm>
          <a:prstGeom prst="rect">
            <a:avLst/>
          </a:prstGeom>
        </p:spPr>
        <p:txBody>
          <a:bodyPr vert="horz" lIns="91440" tIns="45720" rIns="91440" bIns="45720" rtlCol="0" anchor="ctr">
            <a:normAutofit/>
          </a:bodyPr>
          <a:lstStyle/>
          <a:p>
            <a:pPr algn="ctr" defTabSz="914400">
              <a:lnSpc>
                <a:spcPct val="90000"/>
              </a:lnSpc>
              <a:spcBef>
                <a:spcPct val="0"/>
              </a:spcBef>
              <a:spcAft>
                <a:spcPts val="600"/>
              </a:spcAft>
            </a:pPr>
            <a:r>
              <a:rPr lang="en-US" sz="4000" b="1" dirty="0">
                <a:latin typeface="+mj-lt"/>
                <a:ea typeface="+mj-ea"/>
                <a:cs typeface="+mj-cs"/>
              </a:rPr>
              <a:t>Relationship between classes</a:t>
            </a:r>
            <a:endParaRPr lang="en-US" sz="4000" b="1" kern="1200" dirty="0">
              <a:solidFill>
                <a:schemeClr val="tx1"/>
              </a:solidFill>
              <a:latin typeface="+mj-lt"/>
              <a:ea typeface="+mj-ea"/>
              <a:cs typeface="+mj-cs"/>
            </a:endParaRPr>
          </a:p>
        </p:txBody>
      </p:sp>
    </p:spTree>
    <p:extLst>
      <p:ext uri="{BB962C8B-B14F-4D97-AF65-F5344CB8AC3E}">
        <p14:creationId xmlns:p14="http://schemas.microsoft.com/office/powerpoint/2010/main" val="27271518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837" name="Rectangle 53"/>
          <p:cNvSpPr>
            <a:spLocks noGrp="1" noChangeArrowheads="1"/>
          </p:cNvSpPr>
          <p:nvPr>
            <p:ph type="body" sz="quarter" idx="15"/>
          </p:nvPr>
        </p:nvSpPr>
        <p:spPr/>
        <p:txBody>
          <a:bodyPr/>
          <a:lstStyle/>
          <a:p>
            <a:r>
              <a:rPr lang="en-GB" altLang="en-US" dirty="0"/>
              <a:t>Cheaper than building the real thing</a:t>
            </a:r>
          </a:p>
          <a:p>
            <a:r>
              <a:rPr lang="en-GB" altLang="en-US" dirty="0"/>
              <a:t>To provide a clear abstraction of concepts</a:t>
            </a:r>
          </a:p>
          <a:p>
            <a:r>
              <a:rPr lang="en-GB" altLang="en-US" dirty="0"/>
              <a:t>To gain understanding, before building</a:t>
            </a:r>
          </a:p>
          <a:p>
            <a:r>
              <a:rPr lang="en-GB" altLang="en-US" dirty="0"/>
              <a:t>To provide a common vision for users and developers</a:t>
            </a:r>
          </a:p>
          <a:p>
            <a:r>
              <a:rPr lang="en-GB" altLang="en-US" dirty="0"/>
              <a:t>To manage, scope and document complexity</a:t>
            </a:r>
          </a:p>
        </p:txBody>
      </p:sp>
      <p:sp>
        <p:nvSpPr>
          <p:cNvPr id="246836" name="Rectangle 52"/>
          <p:cNvSpPr>
            <a:spLocks noGrp="1" noChangeArrowheads="1"/>
          </p:cNvSpPr>
          <p:nvPr>
            <p:ph type="title"/>
          </p:nvPr>
        </p:nvSpPr>
        <p:spPr/>
        <p:txBody>
          <a:bodyPr>
            <a:normAutofit fontScale="90000"/>
          </a:bodyPr>
          <a:lstStyle/>
          <a:p>
            <a:r>
              <a:rPr lang="en-GB" altLang="en-US" dirty="0"/>
              <a:t>Why Build UML Class Models?</a:t>
            </a:r>
          </a:p>
        </p:txBody>
      </p:sp>
      <p:pic>
        <p:nvPicPr>
          <p:cNvPr id="5" name="Graphic 4" descr="Blueprint outline">
            <a:extLst>
              <a:ext uri="{FF2B5EF4-FFF2-40B4-BE49-F238E27FC236}">
                <a16:creationId xmlns:a16="http://schemas.microsoft.com/office/drawing/2014/main" id="{98A82DB2-CC1E-7BB1-C97D-39ECA7A71BF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485663" y="4761275"/>
            <a:ext cx="1423215" cy="1423215"/>
          </a:xfrm>
          <a:prstGeom prst="rect">
            <a:avLst/>
          </a:prstGeom>
        </p:spPr>
      </p:pic>
      <p:pic>
        <p:nvPicPr>
          <p:cNvPr id="7" name="Graphic 6" descr="Illustrator outline">
            <a:extLst>
              <a:ext uri="{FF2B5EF4-FFF2-40B4-BE49-F238E27FC236}">
                <a16:creationId xmlns:a16="http://schemas.microsoft.com/office/drawing/2014/main" id="{BE726F2C-AED6-0C33-0669-79EF85CA143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686123" y="4650658"/>
            <a:ext cx="1683271" cy="1683271"/>
          </a:xfrm>
          <a:prstGeom prst="rect">
            <a:avLst/>
          </a:prstGeom>
        </p:spPr>
      </p:pic>
      <p:pic>
        <p:nvPicPr>
          <p:cNvPr id="9" name="Graphic 8" descr="Idea with solid fill">
            <a:extLst>
              <a:ext uri="{FF2B5EF4-FFF2-40B4-BE49-F238E27FC236}">
                <a16:creationId xmlns:a16="http://schemas.microsoft.com/office/drawing/2014/main" id="{DC406237-1324-FA81-303D-9BD8799711F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489310" y="4861901"/>
            <a:ext cx="1260782" cy="1260782"/>
          </a:xfrm>
          <a:prstGeom prst="rect">
            <a:avLst/>
          </a:prstGeom>
        </p:spPr>
      </p:pic>
      <p:sp>
        <p:nvSpPr>
          <p:cNvPr id="10" name="Arrow: Right 9">
            <a:extLst>
              <a:ext uri="{FF2B5EF4-FFF2-40B4-BE49-F238E27FC236}">
                <a16:creationId xmlns:a16="http://schemas.microsoft.com/office/drawing/2014/main" id="{5BEF0879-2003-378E-230F-FD15B5A5EC9C}"/>
              </a:ext>
            </a:extLst>
          </p:cNvPr>
          <p:cNvSpPr/>
          <p:nvPr/>
        </p:nvSpPr>
        <p:spPr>
          <a:xfrm>
            <a:off x="3864077" y="5334392"/>
            <a:ext cx="411225" cy="276986"/>
          </a:xfrm>
          <a:prstGeom prst="rightArrow">
            <a:avLst/>
          </a:prstGeom>
          <a:solidFill>
            <a:schemeClr val="accent5">
              <a:lumMod val="75000"/>
            </a:schemeClr>
          </a:solidFill>
          <a:ln>
            <a:no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endParaRPr lang="en-GB"/>
          </a:p>
        </p:txBody>
      </p:sp>
      <p:sp>
        <p:nvSpPr>
          <p:cNvPr id="12" name="Arrow: Right 11">
            <a:extLst>
              <a:ext uri="{FF2B5EF4-FFF2-40B4-BE49-F238E27FC236}">
                <a16:creationId xmlns:a16="http://schemas.microsoft.com/office/drawing/2014/main" id="{2D68CDC4-19BC-B966-77A3-97C846E71EC4}"/>
              </a:ext>
            </a:extLst>
          </p:cNvPr>
          <p:cNvSpPr/>
          <p:nvPr/>
        </p:nvSpPr>
        <p:spPr>
          <a:xfrm>
            <a:off x="6031201" y="5348060"/>
            <a:ext cx="411225" cy="274244"/>
          </a:xfrm>
          <a:prstGeom prst="rightArrow">
            <a:avLst/>
          </a:prstGeom>
          <a:solidFill>
            <a:schemeClr val="accent5">
              <a:lumMod val="75000"/>
            </a:schemeClr>
          </a:solidFill>
          <a:ln>
            <a:no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endParaRPr lang="en-GB"/>
          </a:p>
        </p:txBody>
      </p:sp>
      <p:pic>
        <p:nvPicPr>
          <p:cNvPr id="3" name="Graphic 2">
            <a:extLst>
              <a:ext uri="{FF2B5EF4-FFF2-40B4-BE49-F238E27FC236}">
                <a16:creationId xmlns:a16="http://schemas.microsoft.com/office/drawing/2014/main" id="{228CAB80-67DF-B7AF-AB2A-C1C802B8422D}"/>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540000" y="1929600"/>
            <a:ext cx="2032946" cy="2032946"/>
          </a:xfrm>
          <a:prstGeom prst="rect">
            <a:avLst/>
          </a:prstGeom>
        </p:spPr>
      </p:pic>
    </p:spTree>
    <p:extLst>
      <p:ext uri="{BB962C8B-B14F-4D97-AF65-F5344CB8AC3E}">
        <p14:creationId xmlns:p14="http://schemas.microsoft.com/office/powerpoint/2010/main" val="247148045"/>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sz="quarter" idx="15"/>
          </p:nvPr>
        </p:nvSpPr>
        <p:spPr/>
        <p:txBody>
          <a:bodyPr/>
          <a:lstStyle/>
          <a:p>
            <a:endParaRPr lang="en-GB" b="0" dirty="0"/>
          </a:p>
          <a:p>
            <a:pPr marL="0" indent="0">
              <a:buNone/>
            </a:pPr>
            <a:endParaRPr lang="en-GB" dirty="0"/>
          </a:p>
          <a:p>
            <a:pPr marL="0" indent="0">
              <a:buNone/>
            </a:pPr>
            <a:r>
              <a:rPr lang="en-GB" dirty="0"/>
              <a:t>    </a:t>
            </a:r>
          </a:p>
          <a:p>
            <a:pPr marL="0" indent="0">
              <a:buNone/>
            </a:pPr>
            <a:endParaRPr lang="en-GB" b="0" dirty="0"/>
          </a:p>
          <a:p>
            <a:pPr marL="0" indent="0">
              <a:buNone/>
            </a:pPr>
            <a:endParaRPr lang="en-GB" dirty="0"/>
          </a:p>
          <a:p>
            <a:pPr marL="0" indent="0">
              <a:buNone/>
            </a:pPr>
            <a:r>
              <a:rPr lang="en-GB" b="0" dirty="0"/>
              <a:t>Association example: </a:t>
            </a:r>
            <a:br>
              <a:rPr lang="en-GB" b="0" dirty="0"/>
            </a:br>
            <a:r>
              <a:rPr lang="en-GB" b="1" dirty="0"/>
              <a:t>Customer has a reference to Account</a:t>
            </a:r>
          </a:p>
          <a:p>
            <a:endParaRPr lang="en-GB" b="0" dirty="0"/>
          </a:p>
          <a:p>
            <a:endParaRPr lang="en-GB" b="0" dirty="0"/>
          </a:p>
          <a:p>
            <a:endParaRPr lang="en-GB" b="0" dirty="0"/>
          </a:p>
          <a:p>
            <a:endParaRPr lang="en-GB" b="0" dirty="0"/>
          </a:p>
          <a:p>
            <a:endParaRPr lang="en-GB" b="0" dirty="0"/>
          </a:p>
          <a:p>
            <a:endParaRPr lang="en-GB" b="0" dirty="0"/>
          </a:p>
          <a:p>
            <a:endParaRPr lang="en-GB" b="0" dirty="0"/>
          </a:p>
        </p:txBody>
      </p:sp>
      <p:sp>
        <p:nvSpPr>
          <p:cNvPr id="2" name="Title 1"/>
          <p:cNvSpPr>
            <a:spLocks noGrp="1"/>
          </p:cNvSpPr>
          <p:nvPr>
            <p:ph type="title"/>
          </p:nvPr>
        </p:nvSpPr>
        <p:spPr/>
        <p:txBody>
          <a:bodyPr>
            <a:normAutofit fontScale="90000"/>
          </a:bodyPr>
          <a:lstStyle/>
          <a:p>
            <a:r>
              <a:rPr lang="en-GB" dirty="0"/>
              <a:t>UML Class Association</a:t>
            </a:r>
          </a:p>
        </p:txBody>
      </p:sp>
      <p:sp>
        <p:nvSpPr>
          <p:cNvPr id="8" name="Rectangle 7"/>
          <p:cNvSpPr/>
          <p:nvPr/>
        </p:nvSpPr>
        <p:spPr>
          <a:xfrm>
            <a:off x="5006194" y="3624763"/>
            <a:ext cx="5079079" cy="2585323"/>
          </a:xfrm>
          <a:prstGeom prst="rect">
            <a:avLst/>
          </a:prstGeom>
          <a:solidFill>
            <a:schemeClr val="bg1">
              <a:lumMod val="95000"/>
            </a:schemeClr>
          </a:solidFill>
          <a:ln>
            <a:noFill/>
          </a:ln>
          <a:effectLst>
            <a:outerShdw blurRad="50800" dist="38100" algn="l" rotWithShape="0">
              <a:prstClr val="black">
                <a:alpha val="40000"/>
              </a:prstClr>
            </a:outerShdw>
          </a:effectLst>
        </p:spPr>
        <p:style>
          <a:lnRef idx="1">
            <a:schemeClr val="dk1"/>
          </a:lnRef>
          <a:fillRef idx="2">
            <a:schemeClr val="dk1"/>
          </a:fillRef>
          <a:effectRef idx="1">
            <a:schemeClr val="dk1"/>
          </a:effectRef>
          <a:fontRef idx="minor">
            <a:schemeClr val="dk1"/>
          </a:fontRef>
        </p:style>
        <p:txBody>
          <a:bodyPr wrap="square">
            <a:spAutoFit/>
          </a:bodyPr>
          <a:lstStyle/>
          <a:p>
            <a:r>
              <a:rPr lang="en-GB" sz="1800" b="1" dirty="0">
                <a:solidFill>
                  <a:srgbClr val="0000FF"/>
                </a:solidFill>
                <a:latin typeface="Consolas" panose="020B0609020204030204" pitchFamily="49" charset="0"/>
              </a:rPr>
              <a:t>class</a:t>
            </a:r>
            <a:r>
              <a:rPr lang="en-GB" sz="1800" b="1" dirty="0">
                <a:solidFill>
                  <a:srgbClr val="000000"/>
                </a:solidFill>
                <a:latin typeface="Consolas" panose="020B0609020204030204" pitchFamily="49" charset="0"/>
              </a:rPr>
              <a:t> </a:t>
            </a:r>
            <a:r>
              <a:rPr lang="en-GB" sz="1800" b="1" dirty="0">
                <a:solidFill>
                  <a:srgbClr val="2B91AF"/>
                </a:solidFill>
                <a:latin typeface="Consolas" panose="020B0609020204030204" pitchFamily="49" charset="0"/>
              </a:rPr>
              <a:t>Customer</a:t>
            </a:r>
            <a:endParaRPr lang="en-GB" sz="1800" b="1" dirty="0">
              <a:solidFill>
                <a:srgbClr val="000000"/>
              </a:solidFill>
              <a:latin typeface="Consolas" panose="020B0609020204030204" pitchFamily="49" charset="0"/>
            </a:endParaRPr>
          </a:p>
          <a:p>
            <a:r>
              <a:rPr lang="en-GB" sz="1800" b="1" dirty="0">
                <a:solidFill>
                  <a:srgbClr val="000000"/>
                </a:solidFill>
                <a:latin typeface="Consolas" panose="020B0609020204030204" pitchFamily="49" charset="0"/>
              </a:rPr>
              <a:t>{</a:t>
            </a:r>
          </a:p>
          <a:p>
            <a:r>
              <a:rPr lang="en-GB" sz="1800" b="1" dirty="0">
                <a:solidFill>
                  <a:srgbClr val="000000"/>
                </a:solidFill>
                <a:latin typeface="Consolas" panose="020B0609020204030204" pitchFamily="49" charset="0"/>
              </a:rPr>
              <a:t>    Account </a:t>
            </a:r>
            <a:r>
              <a:rPr lang="en-GB" sz="1800" b="1" dirty="0" err="1">
                <a:solidFill>
                  <a:srgbClr val="000000"/>
                </a:solidFill>
                <a:latin typeface="Consolas" panose="020B0609020204030204" pitchFamily="49" charset="0"/>
              </a:rPr>
              <a:t>account</a:t>
            </a:r>
            <a:r>
              <a:rPr lang="en-GB" sz="1800" b="1" dirty="0">
                <a:solidFill>
                  <a:srgbClr val="000000"/>
                </a:solidFill>
                <a:latin typeface="Consolas" panose="020B0609020204030204" pitchFamily="49" charset="0"/>
              </a:rPr>
              <a:t>;</a:t>
            </a:r>
          </a:p>
          <a:p>
            <a:endParaRPr lang="en-GB" sz="1800" b="1" dirty="0">
              <a:solidFill>
                <a:srgbClr val="000000"/>
              </a:solidFill>
              <a:latin typeface="Consolas" panose="020B0609020204030204" pitchFamily="49" charset="0"/>
            </a:endParaRPr>
          </a:p>
          <a:p>
            <a:r>
              <a:rPr lang="en-GB" sz="1800" b="1" dirty="0">
                <a:solidFill>
                  <a:srgbClr val="000000"/>
                </a:solidFill>
                <a:latin typeface="Consolas" panose="020B0609020204030204" pitchFamily="49" charset="0"/>
              </a:rPr>
              <a:t>    </a:t>
            </a:r>
            <a:r>
              <a:rPr lang="en-GB" sz="1800" b="1" dirty="0">
                <a:solidFill>
                  <a:srgbClr val="0000FF"/>
                </a:solidFill>
                <a:latin typeface="Consolas" panose="020B0609020204030204" pitchFamily="49" charset="0"/>
              </a:rPr>
              <a:t>public</a:t>
            </a:r>
            <a:r>
              <a:rPr lang="en-GB" sz="1800" b="1" dirty="0">
                <a:solidFill>
                  <a:srgbClr val="000000"/>
                </a:solidFill>
                <a:latin typeface="Consolas" panose="020B0609020204030204" pitchFamily="49" charset="0"/>
              </a:rPr>
              <a:t> Customer()</a:t>
            </a:r>
          </a:p>
          <a:p>
            <a:r>
              <a:rPr lang="en-GB" sz="1800" b="1" dirty="0">
                <a:solidFill>
                  <a:srgbClr val="000000"/>
                </a:solidFill>
                <a:latin typeface="Consolas" panose="020B0609020204030204" pitchFamily="49" charset="0"/>
              </a:rPr>
              <a:t>    {</a:t>
            </a:r>
          </a:p>
          <a:p>
            <a:r>
              <a:rPr lang="en-GB" sz="1800" b="1" dirty="0">
                <a:solidFill>
                  <a:srgbClr val="000000"/>
                </a:solidFill>
                <a:latin typeface="Consolas" panose="020B0609020204030204" pitchFamily="49" charset="0"/>
              </a:rPr>
              <a:t>        account = </a:t>
            </a:r>
            <a:r>
              <a:rPr lang="en-GB" sz="1800" b="1" dirty="0">
                <a:solidFill>
                  <a:srgbClr val="0000FF"/>
                </a:solidFill>
                <a:latin typeface="Consolas" panose="020B0609020204030204" pitchFamily="49" charset="0"/>
              </a:rPr>
              <a:t>new</a:t>
            </a:r>
            <a:r>
              <a:rPr lang="en-GB" sz="1800" b="1" dirty="0">
                <a:solidFill>
                  <a:srgbClr val="000000"/>
                </a:solidFill>
                <a:latin typeface="Consolas" panose="020B0609020204030204" pitchFamily="49" charset="0"/>
              </a:rPr>
              <a:t> Account();</a:t>
            </a:r>
          </a:p>
          <a:p>
            <a:r>
              <a:rPr lang="en-GB" sz="1800" b="1" dirty="0">
                <a:solidFill>
                  <a:srgbClr val="000000"/>
                </a:solidFill>
                <a:latin typeface="Consolas" panose="020B0609020204030204" pitchFamily="49" charset="0"/>
              </a:rPr>
              <a:t>    }</a:t>
            </a:r>
          </a:p>
          <a:p>
            <a:r>
              <a:rPr lang="en-GB" sz="1800" b="1" dirty="0">
                <a:solidFill>
                  <a:srgbClr val="000000"/>
                </a:solidFill>
                <a:latin typeface="Consolas" panose="020B0609020204030204" pitchFamily="49" charset="0"/>
              </a:rPr>
              <a:t>}</a:t>
            </a:r>
          </a:p>
        </p:txBody>
      </p:sp>
      <p:pic>
        <p:nvPicPr>
          <p:cNvPr id="6" name="Picture 5"/>
          <p:cNvPicPr>
            <a:picLocks noChangeAspect="1"/>
          </p:cNvPicPr>
          <p:nvPr/>
        </p:nvPicPr>
        <p:blipFill>
          <a:blip r:embed="rId2"/>
          <a:stretch>
            <a:fillRect/>
          </a:stretch>
        </p:blipFill>
        <p:spPr>
          <a:xfrm>
            <a:off x="2894262" y="2131728"/>
            <a:ext cx="5718796" cy="1101510"/>
          </a:xfrm>
          <a:prstGeom prst="rect">
            <a:avLst/>
          </a:prstGeom>
        </p:spPr>
      </p:pic>
    </p:spTree>
    <p:extLst>
      <p:ext uri="{BB962C8B-B14F-4D97-AF65-F5344CB8AC3E}">
        <p14:creationId xmlns:p14="http://schemas.microsoft.com/office/powerpoint/2010/main" val="13807169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sz="quarter" idx="15"/>
          </p:nvPr>
        </p:nvSpPr>
        <p:spPr/>
        <p:txBody>
          <a:bodyPr/>
          <a:lstStyle/>
          <a:p>
            <a:endParaRPr lang="en-GB" sz="2000" b="1" dirty="0"/>
          </a:p>
          <a:p>
            <a:endParaRPr lang="en-GB" sz="2000" b="1" dirty="0"/>
          </a:p>
          <a:p>
            <a:endParaRPr lang="en-GB" sz="2000" b="1" dirty="0"/>
          </a:p>
          <a:p>
            <a:pPr marL="0" indent="0">
              <a:buNone/>
            </a:pPr>
            <a:endParaRPr lang="en-GB" sz="2000" b="1" dirty="0"/>
          </a:p>
        </p:txBody>
      </p:sp>
      <p:sp>
        <p:nvSpPr>
          <p:cNvPr id="2" name="Title 1"/>
          <p:cNvSpPr>
            <a:spLocks noGrp="1"/>
          </p:cNvSpPr>
          <p:nvPr>
            <p:ph type="title"/>
          </p:nvPr>
        </p:nvSpPr>
        <p:spPr/>
        <p:txBody>
          <a:bodyPr>
            <a:normAutofit fontScale="90000"/>
          </a:bodyPr>
          <a:lstStyle/>
          <a:p>
            <a:r>
              <a:rPr lang="en-GB" dirty="0"/>
              <a:t>Dependency - looser association</a:t>
            </a:r>
          </a:p>
        </p:txBody>
      </p:sp>
      <p:sp>
        <p:nvSpPr>
          <p:cNvPr id="14" name="Rectangle 13"/>
          <p:cNvSpPr/>
          <p:nvPr/>
        </p:nvSpPr>
        <p:spPr>
          <a:xfrm>
            <a:off x="2626474" y="3673600"/>
            <a:ext cx="7038636" cy="2031325"/>
          </a:xfrm>
          <a:prstGeom prst="rect">
            <a:avLst/>
          </a:prstGeom>
          <a:ln>
            <a:no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a:spAutoFit/>
          </a:bodyPr>
          <a:lstStyle/>
          <a:p>
            <a:r>
              <a:rPr lang="en-GB" b="1" dirty="0">
                <a:solidFill>
                  <a:srgbClr val="0000FF"/>
                </a:solidFill>
                <a:highlight>
                  <a:srgbClr val="FFFFFF"/>
                </a:highlight>
                <a:latin typeface="Consolas" panose="020B0609020204030204" pitchFamily="49" charset="0"/>
              </a:rPr>
              <a:t>class</a:t>
            </a:r>
            <a:r>
              <a:rPr lang="en-GB" b="1" dirty="0">
                <a:solidFill>
                  <a:srgbClr val="000000"/>
                </a:solidFill>
                <a:highlight>
                  <a:srgbClr val="FFFFFF"/>
                </a:highlight>
                <a:latin typeface="Consolas" panose="020B0609020204030204" pitchFamily="49" charset="0"/>
              </a:rPr>
              <a:t> </a:t>
            </a:r>
            <a:r>
              <a:rPr lang="en-GB" b="1" dirty="0">
                <a:solidFill>
                  <a:srgbClr val="2B91AF"/>
                </a:solidFill>
                <a:highlight>
                  <a:srgbClr val="FFFFFF"/>
                </a:highlight>
                <a:latin typeface="Consolas" panose="020B0609020204030204" pitchFamily="49" charset="0"/>
              </a:rPr>
              <a:t>Bank</a:t>
            </a:r>
            <a:r>
              <a:rPr lang="en-GB" b="1" dirty="0">
                <a:solidFill>
                  <a:srgbClr val="000000"/>
                </a:solidFill>
                <a:highlight>
                  <a:srgbClr val="FFFFFF"/>
                </a:highlight>
                <a:latin typeface="Consolas" panose="020B0609020204030204" pitchFamily="49" charset="0"/>
              </a:rPr>
              <a:t> </a:t>
            </a:r>
          </a:p>
          <a:p>
            <a:r>
              <a:rPr lang="en-GB" b="1" dirty="0">
                <a:solidFill>
                  <a:srgbClr val="000000"/>
                </a:solidFill>
                <a:highlight>
                  <a:srgbClr val="FFFFFF"/>
                </a:highlight>
                <a:latin typeface="Consolas" panose="020B0609020204030204" pitchFamily="49" charset="0"/>
              </a:rPr>
              <a:t>{</a:t>
            </a:r>
          </a:p>
          <a:p>
            <a:r>
              <a:rPr lang="en-GB" b="1" dirty="0">
                <a:solidFill>
                  <a:srgbClr val="000000"/>
                </a:solidFill>
                <a:highlight>
                  <a:srgbClr val="FFFFFF"/>
                </a:highlight>
                <a:latin typeface="Consolas" panose="020B0609020204030204" pitchFamily="49" charset="0"/>
              </a:rPr>
              <a:t>    </a:t>
            </a:r>
            <a:r>
              <a:rPr lang="en-GB" b="1" dirty="0">
                <a:solidFill>
                  <a:srgbClr val="0000FF"/>
                </a:solidFill>
                <a:highlight>
                  <a:srgbClr val="FFFFFF"/>
                </a:highlight>
                <a:latin typeface="Consolas" panose="020B0609020204030204" pitchFamily="49" charset="0"/>
              </a:rPr>
              <a:t>public</a:t>
            </a:r>
            <a:r>
              <a:rPr lang="en-GB" b="1" dirty="0">
                <a:solidFill>
                  <a:srgbClr val="000000"/>
                </a:solidFill>
                <a:highlight>
                  <a:srgbClr val="FFFFFF"/>
                </a:highlight>
                <a:latin typeface="Consolas" panose="020B0609020204030204" pitchFamily="49" charset="0"/>
              </a:rPr>
              <a:t> </a:t>
            </a:r>
            <a:r>
              <a:rPr lang="en-GB" b="1" dirty="0">
                <a:solidFill>
                  <a:srgbClr val="0000FF"/>
                </a:solidFill>
                <a:highlight>
                  <a:srgbClr val="FFFFFF"/>
                </a:highlight>
                <a:latin typeface="Consolas" panose="020B0609020204030204" pitchFamily="49" charset="0"/>
              </a:rPr>
              <a:t>void</a:t>
            </a:r>
            <a:r>
              <a:rPr lang="en-GB" b="1" dirty="0">
                <a:solidFill>
                  <a:srgbClr val="000000"/>
                </a:solidFill>
                <a:highlight>
                  <a:srgbClr val="FFFFFF"/>
                </a:highlight>
                <a:latin typeface="Consolas" panose="020B0609020204030204" pitchFamily="49" charset="0"/>
              </a:rPr>
              <a:t> Register(</a:t>
            </a:r>
            <a:r>
              <a:rPr lang="en-GB" b="1" dirty="0">
                <a:solidFill>
                  <a:srgbClr val="2B91AF"/>
                </a:solidFill>
                <a:highlight>
                  <a:srgbClr val="FFFFFF"/>
                </a:highlight>
                <a:latin typeface="Consolas" panose="020B0609020204030204" pitchFamily="49" charset="0"/>
              </a:rPr>
              <a:t>Account</a:t>
            </a:r>
            <a:r>
              <a:rPr lang="en-GB" b="1" dirty="0">
                <a:solidFill>
                  <a:srgbClr val="000000"/>
                </a:solidFill>
                <a:highlight>
                  <a:srgbClr val="FFFFFF"/>
                </a:highlight>
                <a:latin typeface="Consolas" panose="020B0609020204030204" pitchFamily="49" charset="0"/>
              </a:rPr>
              <a:t> </a:t>
            </a:r>
            <a:r>
              <a:rPr lang="en-GB" b="1" dirty="0" err="1">
                <a:solidFill>
                  <a:srgbClr val="000000"/>
                </a:solidFill>
                <a:highlight>
                  <a:srgbClr val="FFFFFF"/>
                </a:highlight>
                <a:latin typeface="Consolas" panose="020B0609020204030204" pitchFamily="49" charset="0"/>
              </a:rPr>
              <a:t>acc</a:t>
            </a:r>
            <a:r>
              <a:rPr lang="en-GB" b="1" dirty="0">
                <a:solidFill>
                  <a:srgbClr val="000000"/>
                </a:solidFill>
                <a:highlight>
                  <a:srgbClr val="FFFFFF"/>
                </a:highlight>
                <a:latin typeface="Consolas" panose="020B0609020204030204" pitchFamily="49" charset="0"/>
              </a:rPr>
              <a:t>) </a:t>
            </a:r>
          </a:p>
          <a:p>
            <a:r>
              <a:rPr lang="en-GB" b="1" dirty="0">
                <a:solidFill>
                  <a:srgbClr val="000000"/>
                </a:solidFill>
                <a:highlight>
                  <a:srgbClr val="FFFFFF"/>
                </a:highlight>
                <a:latin typeface="Consolas" panose="020B0609020204030204" pitchFamily="49" charset="0"/>
              </a:rPr>
              <a:t>    {</a:t>
            </a:r>
          </a:p>
          <a:p>
            <a:r>
              <a:rPr lang="en-GB" b="1" dirty="0">
                <a:solidFill>
                  <a:srgbClr val="000000"/>
                </a:solidFill>
                <a:highlight>
                  <a:srgbClr val="FFFFFF"/>
                </a:highlight>
                <a:latin typeface="Consolas" panose="020B0609020204030204" pitchFamily="49" charset="0"/>
              </a:rPr>
              <a:t>        </a:t>
            </a:r>
            <a:r>
              <a:rPr lang="en-GB" b="1" dirty="0" err="1">
                <a:solidFill>
                  <a:srgbClr val="000000"/>
                </a:solidFill>
                <a:highlight>
                  <a:srgbClr val="FFFFFF"/>
                </a:highlight>
                <a:latin typeface="Consolas" panose="020B0609020204030204" pitchFamily="49" charset="0"/>
              </a:rPr>
              <a:t>acc.Open</a:t>
            </a:r>
            <a:r>
              <a:rPr lang="en-GB" b="1" dirty="0">
                <a:solidFill>
                  <a:srgbClr val="000000"/>
                </a:solidFill>
                <a:highlight>
                  <a:srgbClr val="FFFFFF"/>
                </a:highlight>
                <a:latin typeface="Consolas" panose="020B0609020204030204" pitchFamily="49" charset="0"/>
              </a:rPr>
              <a:t>();  </a:t>
            </a:r>
          </a:p>
          <a:p>
            <a:r>
              <a:rPr lang="en-GB" b="1" dirty="0">
                <a:solidFill>
                  <a:srgbClr val="000000"/>
                </a:solidFill>
                <a:highlight>
                  <a:srgbClr val="FFFFFF"/>
                </a:highlight>
                <a:latin typeface="Consolas" panose="020B0609020204030204" pitchFamily="49" charset="0"/>
              </a:rPr>
              <a:t>    }</a:t>
            </a:r>
          </a:p>
          <a:p>
            <a:r>
              <a:rPr lang="en-GB" b="1" dirty="0">
                <a:solidFill>
                  <a:srgbClr val="000000"/>
                </a:solidFill>
                <a:highlight>
                  <a:srgbClr val="FFFFFF"/>
                </a:highlight>
                <a:latin typeface="Consolas" panose="020B0609020204030204" pitchFamily="49" charset="0"/>
              </a:rPr>
              <a:t>}</a:t>
            </a:r>
          </a:p>
        </p:txBody>
      </p:sp>
      <p:pic>
        <p:nvPicPr>
          <p:cNvPr id="4" name="Picture 3"/>
          <p:cNvPicPr>
            <a:picLocks noChangeAspect="1"/>
          </p:cNvPicPr>
          <p:nvPr/>
        </p:nvPicPr>
        <p:blipFill>
          <a:blip r:embed="rId2"/>
          <a:stretch>
            <a:fillRect/>
          </a:stretch>
        </p:blipFill>
        <p:spPr>
          <a:xfrm>
            <a:off x="2390500" y="1919368"/>
            <a:ext cx="5576626" cy="1036493"/>
          </a:xfrm>
          <a:prstGeom prst="rect">
            <a:avLst/>
          </a:prstGeom>
        </p:spPr>
      </p:pic>
      <p:sp>
        <p:nvSpPr>
          <p:cNvPr id="5" name="Speech Bubble: Rectangle with Corners Rounded 4">
            <a:extLst>
              <a:ext uri="{FF2B5EF4-FFF2-40B4-BE49-F238E27FC236}">
                <a16:creationId xmlns:a16="http://schemas.microsoft.com/office/drawing/2014/main" id="{1ECB1FDC-3A03-DE71-8890-3CB3B2F9E72B}"/>
              </a:ext>
            </a:extLst>
          </p:cNvPr>
          <p:cNvSpPr/>
          <p:nvPr/>
        </p:nvSpPr>
        <p:spPr>
          <a:xfrm>
            <a:off x="6472208" y="4807976"/>
            <a:ext cx="3192902" cy="783840"/>
          </a:xfrm>
          <a:prstGeom prst="wedgeRoundRectCallout">
            <a:avLst>
              <a:gd name="adj1" fmla="val -34687"/>
              <a:gd name="adj2" fmla="val -65446"/>
              <a:gd name="adj3" fmla="val 16667"/>
            </a:avLst>
          </a:prstGeom>
          <a:solidFill>
            <a:schemeClr val="accent5">
              <a:lumMod val="20000"/>
              <a:lumOff val="80000"/>
            </a:schemeClr>
          </a:solidFill>
          <a:ln>
            <a:noFill/>
          </a:ln>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latin typeface="Arial" pitchFamily="34" charset="0"/>
                <a:cs typeface="Arial" pitchFamily="34" charset="0"/>
              </a:rPr>
              <a:t>Passed as a parameter and used only by this method</a:t>
            </a:r>
            <a:endParaRPr lang="en-GB" sz="1600" dirty="0"/>
          </a:p>
        </p:txBody>
      </p:sp>
    </p:spTree>
    <p:extLst>
      <p:ext uri="{BB962C8B-B14F-4D97-AF65-F5344CB8AC3E}">
        <p14:creationId xmlns:p14="http://schemas.microsoft.com/office/powerpoint/2010/main" val="5466846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8FA1D54-1788-31BA-967C-7B783FC608CB}"/>
              </a:ext>
            </a:extLst>
          </p:cNvPr>
          <p:cNvSpPr>
            <a:spLocks noGrp="1"/>
          </p:cNvSpPr>
          <p:nvPr>
            <p:ph type="body" sz="quarter" idx="15"/>
          </p:nvPr>
        </p:nvSpPr>
        <p:spPr/>
        <p:txBody>
          <a:bodyPr/>
          <a:lstStyle/>
          <a:p>
            <a:endParaRPr lang="en-GB" dirty="0"/>
          </a:p>
        </p:txBody>
      </p:sp>
      <p:sp>
        <p:nvSpPr>
          <p:cNvPr id="2" name="Title 1"/>
          <p:cNvSpPr>
            <a:spLocks noGrp="1"/>
          </p:cNvSpPr>
          <p:nvPr>
            <p:ph type="title"/>
          </p:nvPr>
        </p:nvSpPr>
        <p:spPr/>
        <p:txBody>
          <a:bodyPr>
            <a:normAutofit fontScale="90000"/>
          </a:bodyPr>
          <a:lstStyle/>
          <a:p>
            <a:r>
              <a:rPr lang="en-GB" dirty="0"/>
              <a:t>UML Dependency  - another example</a:t>
            </a:r>
          </a:p>
        </p:txBody>
      </p:sp>
      <p:sp>
        <p:nvSpPr>
          <p:cNvPr id="14" name="Rectangle 13"/>
          <p:cNvSpPr/>
          <p:nvPr/>
        </p:nvSpPr>
        <p:spPr>
          <a:xfrm>
            <a:off x="1976192" y="3389555"/>
            <a:ext cx="8200193" cy="2646878"/>
          </a:xfrm>
          <a:prstGeom prst="rect">
            <a:avLst/>
          </a:prstGeom>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wrap="square">
            <a:spAutoFit/>
          </a:bodyPr>
          <a:lstStyle/>
          <a:p>
            <a:endParaRPr lang="en-GB" sz="1600" dirty="0">
              <a:solidFill>
                <a:srgbClr val="0000FF"/>
              </a:solidFill>
              <a:highlight>
                <a:srgbClr val="FFFFFF"/>
              </a:highlight>
              <a:latin typeface="Consolas" panose="020B0609020204030204" pitchFamily="49" charset="0"/>
            </a:endParaRPr>
          </a:p>
          <a:p>
            <a:r>
              <a:rPr lang="en-GB" sz="1600" dirty="0">
                <a:solidFill>
                  <a:srgbClr val="0000FF"/>
                </a:solidFill>
                <a:highlight>
                  <a:srgbClr val="FFFFFF"/>
                </a:highlight>
                <a:latin typeface="Consolas" panose="020B0609020204030204" pitchFamily="49" charset="0"/>
              </a:rPr>
              <a:t>class</a:t>
            </a:r>
            <a:r>
              <a:rPr lang="en-GB" sz="1600" dirty="0">
                <a:solidFill>
                  <a:srgbClr val="000000"/>
                </a:solidFill>
                <a:highlight>
                  <a:srgbClr val="FFFFFF"/>
                </a:highlight>
                <a:latin typeface="Consolas" panose="020B0609020204030204" pitchFamily="49" charset="0"/>
              </a:rPr>
              <a:t> </a:t>
            </a:r>
            <a:r>
              <a:rPr lang="en-GB" sz="1600" dirty="0">
                <a:solidFill>
                  <a:srgbClr val="2B91AF"/>
                </a:solidFill>
                <a:highlight>
                  <a:srgbClr val="FFFFFF"/>
                </a:highlight>
                <a:latin typeface="Consolas" panose="020B0609020204030204" pitchFamily="49" charset="0"/>
              </a:rPr>
              <a:t>Bank</a:t>
            </a:r>
            <a:r>
              <a:rPr lang="en-GB" sz="1600" dirty="0">
                <a:solidFill>
                  <a:srgbClr val="000000"/>
                </a:solidFill>
                <a:highlight>
                  <a:srgbClr val="FFFFFF"/>
                </a:highlight>
                <a:latin typeface="Consolas" panose="020B0609020204030204" pitchFamily="49" charset="0"/>
              </a:rPr>
              <a:t> </a:t>
            </a:r>
          </a:p>
          <a:p>
            <a:r>
              <a:rPr lang="en-GB" sz="1600" dirty="0">
                <a:solidFill>
                  <a:srgbClr val="000000"/>
                </a:solidFill>
                <a:highlight>
                  <a:srgbClr val="FFFFFF"/>
                </a:highlight>
                <a:latin typeface="Consolas" panose="020B0609020204030204" pitchFamily="49" charset="0"/>
              </a:rPr>
              <a:t>{</a:t>
            </a:r>
          </a:p>
          <a:p>
            <a:r>
              <a:rPr lang="en-GB" sz="1600" dirty="0">
                <a:solidFill>
                  <a:srgbClr val="000000"/>
                </a:solidFill>
                <a:highlight>
                  <a:srgbClr val="FFFFFF"/>
                </a:highlight>
                <a:latin typeface="Consolas" panose="020B0609020204030204" pitchFamily="49" charset="0"/>
              </a:rPr>
              <a:t>    </a:t>
            </a:r>
            <a:r>
              <a:rPr lang="en-GB" sz="1600" dirty="0">
                <a:solidFill>
                  <a:srgbClr val="0000FF"/>
                </a:solidFill>
                <a:highlight>
                  <a:srgbClr val="FFFFFF"/>
                </a:highlight>
                <a:latin typeface="Consolas" panose="020B0609020204030204" pitchFamily="49" charset="0"/>
              </a:rPr>
              <a:t>public</a:t>
            </a:r>
            <a:r>
              <a:rPr lang="en-GB" sz="1600" dirty="0">
                <a:solidFill>
                  <a:srgbClr val="000000"/>
                </a:solidFill>
                <a:highlight>
                  <a:srgbClr val="FFFFFF"/>
                </a:highlight>
                <a:latin typeface="Consolas" panose="020B0609020204030204" pitchFamily="49" charset="0"/>
              </a:rPr>
              <a:t> </a:t>
            </a:r>
            <a:r>
              <a:rPr lang="en-GB" sz="1600" dirty="0">
                <a:solidFill>
                  <a:srgbClr val="0000FF"/>
                </a:solidFill>
                <a:highlight>
                  <a:srgbClr val="FFFFFF"/>
                </a:highlight>
                <a:latin typeface="Consolas" panose="020B0609020204030204" pitchFamily="49" charset="0"/>
              </a:rPr>
              <a:t>void</a:t>
            </a:r>
            <a:r>
              <a:rPr lang="en-GB" sz="1600" dirty="0">
                <a:solidFill>
                  <a:srgbClr val="000000"/>
                </a:solidFill>
                <a:highlight>
                  <a:srgbClr val="FFFFFF"/>
                </a:highlight>
                <a:latin typeface="Consolas" panose="020B0609020204030204" pitchFamily="49" charset="0"/>
              </a:rPr>
              <a:t> </a:t>
            </a:r>
            <a:r>
              <a:rPr lang="en-GB" b="1" dirty="0" err="1">
                <a:solidFill>
                  <a:srgbClr val="000000"/>
                </a:solidFill>
                <a:highlight>
                  <a:srgbClr val="FFFFFF"/>
                </a:highlight>
                <a:latin typeface="Consolas" panose="020B0609020204030204" pitchFamily="49" charset="0"/>
              </a:rPr>
              <a:t>CreateAccount</a:t>
            </a:r>
            <a:r>
              <a:rPr lang="en-GB" b="1" dirty="0">
                <a:solidFill>
                  <a:srgbClr val="000000"/>
                </a:solidFill>
                <a:highlight>
                  <a:srgbClr val="FFFFFF"/>
                </a:highlight>
                <a:latin typeface="Consolas" panose="020B0609020204030204" pitchFamily="49" charset="0"/>
              </a:rPr>
              <a:t>(</a:t>
            </a:r>
            <a:r>
              <a:rPr lang="en-GB" b="1" dirty="0" err="1">
                <a:solidFill>
                  <a:srgbClr val="000000"/>
                </a:solidFill>
                <a:highlight>
                  <a:srgbClr val="FFFFFF"/>
                </a:highlight>
                <a:latin typeface="Consolas" panose="020B0609020204030204" pitchFamily="49" charset="0"/>
              </a:rPr>
              <a:t>int</a:t>
            </a:r>
            <a:r>
              <a:rPr lang="en-GB" b="1" dirty="0">
                <a:solidFill>
                  <a:srgbClr val="000000"/>
                </a:solidFill>
                <a:highlight>
                  <a:srgbClr val="FFFFFF"/>
                </a:highlight>
                <a:latin typeface="Consolas" panose="020B0609020204030204" pitchFamily="49" charset="0"/>
              </a:rPr>
              <a:t> id)</a:t>
            </a:r>
            <a:r>
              <a:rPr lang="en-GB" sz="1600" dirty="0">
                <a:solidFill>
                  <a:srgbClr val="000000"/>
                </a:solidFill>
                <a:highlight>
                  <a:srgbClr val="FFFFFF"/>
                </a:highlight>
                <a:latin typeface="Consolas" panose="020B0609020204030204" pitchFamily="49" charset="0"/>
              </a:rPr>
              <a:t> </a:t>
            </a:r>
          </a:p>
          <a:p>
            <a:r>
              <a:rPr lang="en-GB" sz="1600" dirty="0">
                <a:solidFill>
                  <a:srgbClr val="000000"/>
                </a:solidFill>
                <a:highlight>
                  <a:srgbClr val="FFFFFF"/>
                </a:highlight>
                <a:latin typeface="Consolas" panose="020B0609020204030204" pitchFamily="49" charset="0"/>
              </a:rPr>
              <a:t>    {</a:t>
            </a:r>
          </a:p>
          <a:p>
            <a:pPr lvl="1"/>
            <a:r>
              <a:rPr lang="en-GB" sz="1600" dirty="0">
                <a:solidFill>
                  <a:srgbClr val="000000"/>
                </a:solidFill>
                <a:highlight>
                  <a:srgbClr val="FFFFFF"/>
                </a:highlight>
                <a:latin typeface="Consolas" panose="020B0609020204030204" pitchFamily="49" charset="0"/>
              </a:rPr>
              <a:t> </a:t>
            </a:r>
            <a:r>
              <a:rPr lang="en-GB" b="1" dirty="0">
                <a:solidFill>
                  <a:srgbClr val="000000"/>
                </a:solidFill>
                <a:highlight>
                  <a:srgbClr val="FFFFFF"/>
                </a:highlight>
                <a:latin typeface="Consolas" panose="020B0609020204030204" pitchFamily="49" charset="0"/>
              </a:rPr>
              <a:t>	</a:t>
            </a:r>
            <a:r>
              <a:rPr lang="en-GB" b="1" dirty="0">
                <a:solidFill>
                  <a:srgbClr val="2B91AF"/>
                </a:solidFill>
                <a:highlight>
                  <a:srgbClr val="FFFFFF"/>
                </a:highlight>
                <a:latin typeface="Consolas" panose="020B0609020204030204" pitchFamily="49" charset="0"/>
              </a:rPr>
              <a:t>Account</a:t>
            </a:r>
            <a:r>
              <a:rPr lang="en-GB" b="1" dirty="0">
                <a:solidFill>
                  <a:srgbClr val="000000"/>
                </a:solidFill>
                <a:highlight>
                  <a:srgbClr val="FFFFFF"/>
                </a:highlight>
                <a:latin typeface="Consolas" panose="020B0609020204030204" pitchFamily="49" charset="0"/>
              </a:rPr>
              <a:t> </a:t>
            </a:r>
            <a:r>
              <a:rPr lang="en-GB" b="1" dirty="0" err="1">
                <a:solidFill>
                  <a:srgbClr val="000000"/>
                </a:solidFill>
                <a:highlight>
                  <a:srgbClr val="FFFFFF"/>
                </a:highlight>
                <a:latin typeface="Consolas" panose="020B0609020204030204" pitchFamily="49" charset="0"/>
              </a:rPr>
              <a:t>account</a:t>
            </a:r>
            <a:r>
              <a:rPr lang="en-GB" b="1" dirty="0">
                <a:solidFill>
                  <a:srgbClr val="000000"/>
                </a:solidFill>
                <a:highlight>
                  <a:srgbClr val="FFFFFF"/>
                </a:highlight>
                <a:latin typeface="Consolas" panose="020B0609020204030204" pitchFamily="49" charset="0"/>
              </a:rPr>
              <a:t> = </a:t>
            </a:r>
            <a:r>
              <a:rPr lang="en-GB" b="1" dirty="0">
                <a:solidFill>
                  <a:srgbClr val="0000FF"/>
                </a:solidFill>
                <a:highlight>
                  <a:srgbClr val="FFFFFF"/>
                </a:highlight>
                <a:latin typeface="Consolas" panose="020B0609020204030204" pitchFamily="49" charset="0"/>
              </a:rPr>
              <a:t>new</a:t>
            </a:r>
            <a:r>
              <a:rPr lang="en-GB" b="1" dirty="0">
                <a:solidFill>
                  <a:srgbClr val="000000"/>
                </a:solidFill>
                <a:highlight>
                  <a:srgbClr val="FFFFFF"/>
                </a:highlight>
                <a:latin typeface="Consolas" panose="020B0609020204030204" pitchFamily="49" charset="0"/>
              </a:rPr>
              <a:t> </a:t>
            </a:r>
            <a:r>
              <a:rPr lang="en-GB" b="1" dirty="0">
                <a:solidFill>
                  <a:srgbClr val="2B91AF"/>
                </a:solidFill>
                <a:highlight>
                  <a:srgbClr val="FFFFFF"/>
                </a:highlight>
                <a:latin typeface="Consolas" panose="020B0609020204030204" pitchFamily="49" charset="0"/>
              </a:rPr>
              <a:t>Account</a:t>
            </a:r>
            <a:r>
              <a:rPr lang="en-GB" b="1" dirty="0">
                <a:solidFill>
                  <a:srgbClr val="000000"/>
                </a:solidFill>
                <a:highlight>
                  <a:srgbClr val="FFFFFF"/>
                </a:highlight>
                <a:latin typeface="Consolas" panose="020B0609020204030204" pitchFamily="49" charset="0"/>
              </a:rPr>
              <a:t>(id);</a:t>
            </a:r>
          </a:p>
          <a:p>
            <a:pPr lvl="1"/>
            <a:r>
              <a:rPr lang="en-GB" sz="1600" dirty="0">
                <a:solidFill>
                  <a:srgbClr val="000000"/>
                </a:solidFill>
                <a:highlight>
                  <a:srgbClr val="FFFFFF"/>
                </a:highlight>
                <a:latin typeface="Consolas" panose="020B0609020204030204" pitchFamily="49" charset="0"/>
              </a:rPr>
              <a:t>	</a:t>
            </a:r>
            <a:r>
              <a:rPr lang="en-GB" dirty="0" err="1">
                <a:solidFill>
                  <a:srgbClr val="000000"/>
                </a:solidFill>
                <a:highlight>
                  <a:srgbClr val="FFFFFF"/>
                </a:highlight>
                <a:latin typeface="Consolas" panose="020B0609020204030204" pitchFamily="49" charset="0"/>
              </a:rPr>
              <a:t>accounts.Add</a:t>
            </a:r>
            <a:r>
              <a:rPr lang="en-GB" dirty="0">
                <a:solidFill>
                  <a:srgbClr val="000000"/>
                </a:solidFill>
                <a:highlight>
                  <a:srgbClr val="FFFFFF"/>
                </a:highlight>
                <a:latin typeface="Consolas" panose="020B0609020204030204" pitchFamily="49" charset="0"/>
              </a:rPr>
              <a:t>(account);</a:t>
            </a:r>
            <a:endParaRPr lang="en-GB" sz="1600" dirty="0">
              <a:solidFill>
                <a:srgbClr val="000000"/>
              </a:solidFill>
              <a:highlight>
                <a:srgbClr val="FFFFFF"/>
              </a:highlight>
              <a:latin typeface="Consolas" panose="020B0609020204030204" pitchFamily="49" charset="0"/>
            </a:endParaRPr>
          </a:p>
          <a:p>
            <a:r>
              <a:rPr lang="en-GB" sz="1600" dirty="0">
                <a:solidFill>
                  <a:srgbClr val="000000"/>
                </a:solidFill>
                <a:highlight>
                  <a:srgbClr val="FFFFFF"/>
                </a:highlight>
                <a:latin typeface="Consolas" panose="020B0609020204030204" pitchFamily="49" charset="0"/>
              </a:rPr>
              <a:t>    }</a:t>
            </a:r>
          </a:p>
          <a:p>
            <a:r>
              <a:rPr lang="en-GB" sz="1600" dirty="0">
                <a:solidFill>
                  <a:srgbClr val="000000"/>
                </a:solidFill>
                <a:highlight>
                  <a:srgbClr val="FFFFFF"/>
                </a:highlight>
                <a:latin typeface="Consolas" panose="020B0609020204030204" pitchFamily="49" charset="0"/>
              </a:rPr>
              <a:t>}</a:t>
            </a:r>
          </a:p>
          <a:p>
            <a:endParaRPr lang="en-GB" sz="1600" dirty="0">
              <a:solidFill>
                <a:srgbClr val="000000"/>
              </a:solidFill>
              <a:highlight>
                <a:srgbClr val="FFFFFF"/>
              </a:highlight>
              <a:latin typeface="Consolas" panose="020B0609020204030204" pitchFamily="49" charset="0"/>
            </a:endParaRPr>
          </a:p>
        </p:txBody>
      </p:sp>
      <p:pic>
        <p:nvPicPr>
          <p:cNvPr id="5" name="Picture 4"/>
          <p:cNvPicPr>
            <a:picLocks noChangeAspect="1"/>
          </p:cNvPicPr>
          <p:nvPr/>
        </p:nvPicPr>
        <p:blipFill>
          <a:blip r:embed="rId2"/>
          <a:stretch>
            <a:fillRect/>
          </a:stretch>
        </p:blipFill>
        <p:spPr>
          <a:xfrm>
            <a:off x="2693948" y="1989706"/>
            <a:ext cx="5393745" cy="1002502"/>
          </a:xfrm>
          <a:prstGeom prst="rect">
            <a:avLst/>
          </a:prstGeom>
        </p:spPr>
      </p:pic>
      <p:sp>
        <p:nvSpPr>
          <p:cNvPr id="6" name="Speech Bubble: Rectangle with Corners Rounded 5">
            <a:extLst>
              <a:ext uri="{FF2B5EF4-FFF2-40B4-BE49-F238E27FC236}">
                <a16:creationId xmlns:a16="http://schemas.microsoft.com/office/drawing/2014/main" id="{C74C0248-DD8C-0125-D324-FBB2F123C599}"/>
              </a:ext>
            </a:extLst>
          </p:cNvPr>
          <p:cNvSpPr/>
          <p:nvPr/>
        </p:nvSpPr>
        <p:spPr>
          <a:xfrm>
            <a:off x="5782124" y="5237192"/>
            <a:ext cx="4178711" cy="668020"/>
          </a:xfrm>
          <a:prstGeom prst="wedgeRoundRectCallout">
            <a:avLst>
              <a:gd name="adj1" fmla="val -32393"/>
              <a:gd name="adj2" fmla="val -74679"/>
              <a:gd name="adj3" fmla="val 16667"/>
            </a:avLst>
          </a:prstGeom>
          <a:solidFill>
            <a:schemeClr val="accent5">
              <a:lumMod val="20000"/>
              <a:lumOff val="80000"/>
            </a:schemeClr>
          </a:solidFill>
          <a:ln>
            <a:noFill/>
          </a:ln>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latin typeface="Arial" pitchFamily="34" charset="0"/>
                <a:cs typeface="Arial" pitchFamily="34" charset="0"/>
              </a:rPr>
              <a:t>Created and used within the method</a:t>
            </a:r>
          </a:p>
          <a:p>
            <a:pPr algn="ctr"/>
            <a:r>
              <a:rPr lang="en-GB" sz="1600" dirty="0">
                <a:solidFill>
                  <a:schemeClr val="tx1"/>
                </a:solidFill>
                <a:latin typeface="Arial" pitchFamily="34" charset="0"/>
                <a:cs typeface="Arial" pitchFamily="34" charset="0"/>
              </a:rPr>
              <a:t>The object only persists within the method</a:t>
            </a:r>
          </a:p>
        </p:txBody>
      </p:sp>
    </p:spTree>
    <p:extLst>
      <p:ext uri="{BB962C8B-B14F-4D97-AF65-F5344CB8AC3E}">
        <p14:creationId xmlns:p14="http://schemas.microsoft.com/office/powerpoint/2010/main" val="23526119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566BF31-18C6-25A7-C8DB-21E672A12C6F}"/>
              </a:ext>
            </a:extLst>
          </p:cNvPr>
          <p:cNvSpPr>
            <a:spLocks noGrp="1"/>
          </p:cNvSpPr>
          <p:nvPr>
            <p:ph type="body" sz="quarter" idx="15"/>
          </p:nvPr>
        </p:nvSpPr>
        <p:spPr/>
        <p:txBody>
          <a:bodyPr/>
          <a:lstStyle/>
          <a:p>
            <a:endParaRPr lang="en-GB" dirty="0"/>
          </a:p>
        </p:txBody>
      </p:sp>
      <p:sp>
        <p:nvSpPr>
          <p:cNvPr id="2" name="Title 1"/>
          <p:cNvSpPr>
            <a:spLocks noGrp="1"/>
          </p:cNvSpPr>
          <p:nvPr>
            <p:ph type="title"/>
          </p:nvPr>
        </p:nvSpPr>
        <p:spPr/>
        <p:txBody>
          <a:bodyPr>
            <a:normAutofit fontScale="90000"/>
          </a:bodyPr>
          <a:lstStyle/>
          <a:p>
            <a:r>
              <a:rPr lang="en-GB" dirty="0"/>
              <a:t>Dependency – reducing hard coupling</a:t>
            </a:r>
          </a:p>
        </p:txBody>
      </p:sp>
      <p:sp>
        <p:nvSpPr>
          <p:cNvPr id="15" name="Rectangle 14"/>
          <p:cNvSpPr/>
          <p:nvPr/>
        </p:nvSpPr>
        <p:spPr>
          <a:xfrm>
            <a:off x="714281" y="3290020"/>
            <a:ext cx="5910351" cy="2308324"/>
          </a:xfrm>
          <a:prstGeom prst="rect">
            <a:avLst/>
          </a:prstGeom>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wrap="square">
            <a:spAutoFit/>
          </a:bodyPr>
          <a:lstStyle/>
          <a:p>
            <a:r>
              <a:rPr lang="en-GB" b="1" dirty="0">
                <a:solidFill>
                  <a:srgbClr val="0000FF"/>
                </a:solidFill>
                <a:highlight>
                  <a:srgbClr val="FFFFFF"/>
                </a:highlight>
                <a:latin typeface="Consolas" panose="020B0609020204030204" pitchFamily="49" charset="0"/>
              </a:rPr>
              <a:t>class</a:t>
            </a:r>
            <a:r>
              <a:rPr lang="en-GB" b="1" dirty="0">
                <a:solidFill>
                  <a:srgbClr val="000000"/>
                </a:solidFill>
                <a:highlight>
                  <a:srgbClr val="FFFFFF"/>
                </a:highlight>
                <a:latin typeface="Consolas" panose="020B0609020204030204" pitchFamily="49" charset="0"/>
              </a:rPr>
              <a:t> </a:t>
            </a:r>
            <a:r>
              <a:rPr lang="en-GB" b="1" dirty="0">
                <a:solidFill>
                  <a:srgbClr val="2B91AF"/>
                </a:solidFill>
                <a:highlight>
                  <a:srgbClr val="FFFFFF"/>
                </a:highlight>
                <a:latin typeface="Consolas" panose="020B0609020204030204" pitchFamily="49" charset="0"/>
              </a:rPr>
              <a:t>Bank</a:t>
            </a:r>
            <a:r>
              <a:rPr lang="en-GB" b="1" dirty="0">
                <a:solidFill>
                  <a:srgbClr val="000000"/>
                </a:solidFill>
                <a:highlight>
                  <a:srgbClr val="FFFFFF"/>
                </a:highlight>
                <a:latin typeface="Consolas" panose="020B0609020204030204" pitchFamily="49" charset="0"/>
              </a:rPr>
              <a:t> </a:t>
            </a:r>
          </a:p>
          <a:p>
            <a:r>
              <a:rPr lang="en-GB" b="1" dirty="0">
                <a:solidFill>
                  <a:srgbClr val="000000"/>
                </a:solidFill>
                <a:highlight>
                  <a:srgbClr val="FFFFFF"/>
                </a:highlight>
                <a:latin typeface="Consolas" panose="020B0609020204030204" pitchFamily="49" charset="0"/>
              </a:rPr>
              <a:t>{</a:t>
            </a:r>
          </a:p>
          <a:p>
            <a:r>
              <a:rPr lang="en-GB" b="1" dirty="0">
                <a:solidFill>
                  <a:srgbClr val="000000"/>
                </a:solidFill>
                <a:highlight>
                  <a:srgbClr val="FFFFFF"/>
                </a:highlight>
                <a:latin typeface="Consolas" panose="020B0609020204030204" pitchFamily="49" charset="0"/>
              </a:rPr>
              <a:t>    </a:t>
            </a:r>
            <a:r>
              <a:rPr lang="en-GB" b="1" dirty="0">
                <a:solidFill>
                  <a:srgbClr val="0000FF"/>
                </a:solidFill>
                <a:highlight>
                  <a:srgbClr val="FFFFFF"/>
                </a:highlight>
                <a:latin typeface="Consolas" panose="020B0609020204030204" pitchFamily="49" charset="0"/>
              </a:rPr>
              <a:t>public</a:t>
            </a:r>
            <a:r>
              <a:rPr lang="en-GB" b="1" dirty="0">
                <a:solidFill>
                  <a:srgbClr val="000000"/>
                </a:solidFill>
                <a:highlight>
                  <a:srgbClr val="FFFFFF"/>
                </a:highlight>
                <a:latin typeface="Consolas" panose="020B0609020204030204" pitchFamily="49" charset="0"/>
              </a:rPr>
              <a:t> </a:t>
            </a:r>
            <a:r>
              <a:rPr lang="en-GB" b="1" dirty="0">
                <a:solidFill>
                  <a:srgbClr val="0000FF"/>
                </a:solidFill>
                <a:highlight>
                  <a:srgbClr val="FFFFFF"/>
                </a:highlight>
                <a:latin typeface="Consolas" panose="020B0609020204030204" pitchFamily="49" charset="0"/>
              </a:rPr>
              <a:t>void</a:t>
            </a:r>
            <a:r>
              <a:rPr lang="en-GB" b="1" dirty="0">
                <a:solidFill>
                  <a:srgbClr val="000000"/>
                </a:solidFill>
                <a:highlight>
                  <a:srgbClr val="FFFFFF"/>
                </a:highlight>
                <a:latin typeface="Consolas" panose="020B0609020204030204" pitchFamily="49" charset="0"/>
              </a:rPr>
              <a:t> Register(</a:t>
            </a:r>
            <a:r>
              <a:rPr lang="en-GB" b="1" dirty="0" err="1">
                <a:solidFill>
                  <a:srgbClr val="2B91AF"/>
                </a:solidFill>
                <a:highlight>
                  <a:srgbClr val="FFFFFF"/>
                </a:highlight>
                <a:latin typeface="Consolas" panose="020B0609020204030204" pitchFamily="49" charset="0"/>
              </a:rPr>
              <a:t>IAccount</a:t>
            </a:r>
            <a:r>
              <a:rPr lang="en-GB" b="1" dirty="0">
                <a:solidFill>
                  <a:srgbClr val="000000"/>
                </a:solidFill>
                <a:highlight>
                  <a:srgbClr val="FFFFFF"/>
                </a:highlight>
                <a:latin typeface="Consolas" panose="020B0609020204030204" pitchFamily="49" charset="0"/>
              </a:rPr>
              <a:t> </a:t>
            </a:r>
            <a:r>
              <a:rPr lang="en-GB" b="1" dirty="0" err="1">
                <a:solidFill>
                  <a:srgbClr val="000000"/>
                </a:solidFill>
                <a:highlight>
                  <a:srgbClr val="FFFFFF"/>
                </a:highlight>
                <a:latin typeface="Consolas" panose="020B0609020204030204" pitchFamily="49" charset="0"/>
              </a:rPr>
              <a:t>acc</a:t>
            </a:r>
            <a:r>
              <a:rPr lang="en-GB" b="1" dirty="0">
                <a:solidFill>
                  <a:srgbClr val="000000"/>
                </a:solidFill>
                <a:highlight>
                  <a:srgbClr val="FFFFFF"/>
                </a:highlight>
                <a:latin typeface="Consolas" panose="020B0609020204030204" pitchFamily="49" charset="0"/>
              </a:rPr>
              <a:t>) </a:t>
            </a:r>
          </a:p>
          <a:p>
            <a:r>
              <a:rPr lang="en-GB" b="1" dirty="0">
                <a:solidFill>
                  <a:srgbClr val="000000"/>
                </a:solidFill>
                <a:highlight>
                  <a:srgbClr val="FFFFFF"/>
                </a:highlight>
                <a:latin typeface="Consolas" panose="020B0609020204030204" pitchFamily="49" charset="0"/>
              </a:rPr>
              <a:t>    {</a:t>
            </a:r>
          </a:p>
          <a:p>
            <a:r>
              <a:rPr lang="en-GB" b="1" dirty="0">
                <a:solidFill>
                  <a:srgbClr val="000000"/>
                </a:solidFill>
                <a:highlight>
                  <a:srgbClr val="FFFFFF"/>
                </a:highlight>
                <a:latin typeface="Consolas" panose="020B0609020204030204" pitchFamily="49" charset="0"/>
              </a:rPr>
              <a:t>        </a:t>
            </a:r>
            <a:r>
              <a:rPr lang="en-GB" b="1" dirty="0" err="1">
                <a:solidFill>
                  <a:srgbClr val="000000"/>
                </a:solidFill>
                <a:highlight>
                  <a:srgbClr val="FFFFFF"/>
                </a:highlight>
                <a:latin typeface="Consolas" panose="020B0609020204030204" pitchFamily="49" charset="0"/>
              </a:rPr>
              <a:t>acc.Open</a:t>
            </a:r>
            <a:r>
              <a:rPr lang="en-GB" b="1" dirty="0">
                <a:solidFill>
                  <a:srgbClr val="000000"/>
                </a:solidFill>
                <a:highlight>
                  <a:srgbClr val="FFFFFF"/>
                </a:highlight>
                <a:latin typeface="Consolas" panose="020B0609020204030204" pitchFamily="49" charset="0"/>
              </a:rPr>
              <a:t>();  </a:t>
            </a:r>
          </a:p>
          <a:p>
            <a:r>
              <a:rPr lang="en-GB" b="1" dirty="0">
                <a:solidFill>
                  <a:srgbClr val="000000"/>
                </a:solidFill>
                <a:highlight>
                  <a:srgbClr val="FFFFFF"/>
                </a:highlight>
                <a:latin typeface="Consolas" panose="020B0609020204030204" pitchFamily="49" charset="0"/>
              </a:rPr>
              <a:t>    }</a:t>
            </a:r>
          </a:p>
          <a:p>
            <a:r>
              <a:rPr lang="en-GB" b="1" dirty="0">
                <a:solidFill>
                  <a:srgbClr val="000000"/>
                </a:solidFill>
                <a:highlight>
                  <a:srgbClr val="FFFFFF"/>
                </a:highlight>
                <a:latin typeface="Consolas" panose="020B0609020204030204" pitchFamily="49" charset="0"/>
              </a:rPr>
              <a:t>}</a:t>
            </a:r>
          </a:p>
          <a:p>
            <a:endParaRPr lang="en-GB" b="1" dirty="0">
              <a:solidFill>
                <a:srgbClr val="000000"/>
              </a:solidFill>
              <a:highlight>
                <a:srgbClr val="FFFFFF"/>
              </a:highlight>
              <a:latin typeface="Consolas" panose="020B0609020204030204" pitchFamily="49" charset="0"/>
            </a:endParaRPr>
          </a:p>
        </p:txBody>
      </p:sp>
      <p:pic>
        <p:nvPicPr>
          <p:cNvPr id="6" name="Picture 5">
            <a:extLst>
              <a:ext uri="{FF2B5EF4-FFF2-40B4-BE49-F238E27FC236}">
                <a16:creationId xmlns:a16="http://schemas.microsoft.com/office/drawing/2014/main" id="{183075EB-674F-FAF3-2E86-078836C9211E}"/>
              </a:ext>
            </a:extLst>
          </p:cNvPr>
          <p:cNvPicPr>
            <a:picLocks noChangeAspect="1"/>
          </p:cNvPicPr>
          <p:nvPr/>
        </p:nvPicPr>
        <p:blipFill>
          <a:blip r:embed="rId2"/>
          <a:stretch>
            <a:fillRect/>
          </a:stretch>
        </p:blipFill>
        <p:spPr>
          <a:xfrm>
            <a:off x="6116400" y="2033207"/>
            <a:ext cx="5061959" cy="2791586"/>
          </a:xfrm>
          <a:prstGeom prst="rect">
            <a:avLst/>
          </a:prstGeom>
        </p:spPr>
      </p:pic>
      <p:sp>
        <p:nvSpPr>
          <p:cNvPr id="4" name="Speech Bubble: Rectangle with Corners Rounded 3">
            <a:extLst>
              <a:ext uri="{FF2B5EF4-FFF2-40B4-BE49-F238E27FC236}">
                <a16:creationId xmlns:a16="http://schemas.microsoft.com/office/drawing/2014/main" id="{0231ADFF-581B-278C-0697-444F89A76E74}"/>
              </a:ext>
            </a:extLst>
          </p:cNvPr>
          <p:cNvSpPr/>
          <p:nvPr/>
        </p:nvSpPr>
        <p:spPr>
          <a:xfrm>
            <a:off x="3577163" y="4421503"/>
            <a:ext cx="3359460" cy="726727"/>
          </a:xfrm>
          <a:prstGeom prst="wedgeRoundRectCallout">
            <a:avLst>
              <a:gd name="adj1" fmla="val -18052"/>
              <a:gd name="adj2" fmla="val -66561"/>
              <a:gd name="adj3" fmla="val 16667"/>
            </a:avLst>
          </a:prstGeom>
          <a:solidFill>
            <a:schemeClr val="accent5">
              <a:lumMod val="20000"/>
              <a:lumOff val="80000"/>
            </a:schemeClr>
          </a:solidFill>
          <a:ln>
            <a:noFill/>
          </a:ln>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latin typeface="Arial" pitchFamily="34" charset="0"/>
                <a:cs typeface="Arial" pitchFamily="34" charset="0"/>
              </a:rPr>
              <a:t>A kind of account is passed in and used only within the method</a:t>
            </a:r>
          </a:p>
        </p:txBody>
      </p:sp>
    </p:spTree>
    <p:extLst>
      <p:ext uri="{BB962C8B-B14F-4D97-AF65-F5344CB8AC3E}">
        <p14:creationId xmlns:p14="http://schemas.microsoft.com/office/powerpoint/2010/main" val="39193094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2914" name="Rectangle 2"/>
          <p:cNvSpPr>
            <a:spLocks noGrp="1" noChangeArrowheads="1"/>
          </p:cNvSpPr>
          <p:nvPr>
            <p:ph type="title"/>
          </p:nvPr>
        </p:nvSpPr>
        <p:spPr>
          <a:xfrm>
            <a:off x="766699" y="618789"/>
            <a:ext cx="9126000" cy="626400"/>
          </a:xfrm>
        </p:spPr>
        <p:txBody>
          <a:bodyPr>
            <a:normAutofit fontScale="90000"/>
          </a:bodyPr>
          <a:lstStyle/>
          <a:p>
            <a:r>
              <a:rPr lang="en-GB" dirty="0"/>
              <a:t>Interface Notation in UML</a:t>
            </a:r>
            <a:endParaRPr lang="en-US" dirty="0"/>
          </a:p>
        </p:txBody>
      </p:sp>
      <p:sp>
        <p:nvSpPr>
          <p:cNvPr id="422916" name="Rectangle 4"/>
          <p:cNvSpPr>
            <a:spLocks noChangeArrowheads="1"/>
          </p:cNvSpPr>
          <p:nvPr/>
        </p:nvSpPr>
        <p:spPr bwMode="auto">
          <a:xfrm>
            <a:off x="1271587" y="1778000"/>
            <a:ext cx="2532062" cy="1066800"/>
          </a:xfrm>
          <a:prstGeom prst="rect">
            <a:avLst/>
          </a:prstGeom>
          <a:noFill/>
          <a:ln w="9525">
            <a:solidFill>
              <a:schemeClr val="tx1"/>
            </a:solidFill>
            <a:miter lim="800000"/>
            <a:headEnd type="none" w="sm" len="sm"/>
            <a:tailEnd type="none" w="sm" len="sm"/>
          </a:ln>
          <a:effectLst/>
        </p:spPr>
        <p:txBody>
          <a:bodyPr wrap="none" anchor="ctr"/>
          <a:lstStyle/>
          <a:p>
            <a:endParaRPr lang="en-GB"/>
          </a:p>
        </p:txBody>
      </p:sp>
      <p:sp>
        <p:nvSpPr>
          <p:cNvPr id="422917" name="Line 5"/>
          <p:cNvSpPr>
            <a:spLocks noChangeShapeType="1"/>
          </p:cNvSpPr>
          <p:nvPr/>
        </p:nvSpPr>
        <p:spPr bwMode="auto">
          <a:xfrm>
            <a:off x="1271587" y="2387600"/>
            <a:ext cx="2532062" cy="0"/>
          </a:xfrm>
          <a:prstGeom prst="line">
            <a:avLst/>
          </a:prstGeom>
          <a:noFill/>
          <a:ln w="9525">
            <a:solidFill>
              <a:schemeClr val="tx1"/>
            </a:solidFill>
            <a:round/>
            <a:headEnd type="none" w="sm" len="sm"/>
            <a:tailEnd type="none" w="sm" len="sm"/>
          </a:ln>
          <a:effectLst/>
        </p:spPr>
        <p:txBody>
          <a:bodyPr/>
          <a:lstStyle/>
          <a:p>
            <a:endParaRPr lang="en-GB"/>
          </a:p>
        </p:txBody>
      </p:sp>
      <p:sp>
        <p:nvSpPr>
          <p:cNvPr id="422918" name="Text Box 6"/>
          <p:cNvSpPr txBox="1">
            <a:spLocks noChangeArrowheads="1"/>
          </p:cNvSpPr>
          <p:nvPr/>
        </p:nvSpPr>
        <p:spPr bwMode="auto">
          <a:xfrm>
            <a:off x="1600812" y="1778000"/>
            <a:ext cx="1810112" cy="923330"/>
          </a:xfrm>
          <a:prstGeom prst="rect">
            <a:avLst/>
          </a:prstGeom>
          <a:noFill/>
          <a:ln w="38100">
            <a:noFill/>
            <a:miter lim="800000"/>
            <a:headEnd type="none" w="sm" len="sm"/>
            <a:tailEnd type="none" w="sm" len="sm"/>
          </a:ln>
          <a:effectLst/>
        </p:spPr>
        <p:txBody>
          <a:bodyPr wrap="none">
            <a:spAutoFit/>
          </a:bodyPr>
          <a:lstStyle/>
          <a:p>
            <a:pPr algn="ctr" defTabSz="739775">
              <a:spcBef>
                <a:spcPct val="0"/>
              </a:spcBef>
            </a:pPr>
            <a:r>
              <a:rPr lang="en-GB"/>
              <a:t>&lt;&lt;interface&gt;&gt;</a:t>
            </a:r>
            <a:r>
              <a:rPr lang="en-GB" b="1"/>
              <a:t> </a:t>
            </a:r>
          </a:p>
          <a:p>
            <a:pPr algn="ctr" defTabSz="739775">
              <a:spcBef>
                <a:spcPct val="0"/>
              </a:spcBef>
            </a:pPr>
            <a:r>
              <a:rPr lang="en-GB" b="1"/>
              <a:t>Taxable</a:t>
            </a:r>
          </a:p>
          <a:p>
            <a:pPr algn="ctr" defTabSz="739775">
              <a:spcBef>
                <a:spcPct val="0"/>
              </a:spcBef>
            </a:pPr>
            <a:endParaRPr lang="en-US"/>
          </a:p>
        </p:txBody>
      </p:sp>
      <p:sp>
        <p:nvSpPr>
          <p:cNvPr id="422919" name="Text Box 7"/>
          <p:cNvSpPr txBox="1">
            <a:spLocks noChangeArrowheads="1"/>
          </p:cNvSpPr>
          <p:nvPr/>
        </p:nvSpPr>
        <p:spPr bwMode="auto">
          <a:xfrm>
            <a:off x="1277937" y="2387600"/>
            <a:ext cx="1197764" cy="369332"/>
          </a:xfrm>
          <a:prstGeom prst="rect">
            <a:avLst/>
          </a:prstGeom>
          <a:noFill/>
          <a:ln w="38100">
            <a:noFill/>
            <a:miter lim="800000"/>
            <a:headEnd type="none" w="sm" len="sm"/>
            <a:tailEnd type="none" w="sm" len="sm"/>
          </a:ln>
          <a:effectLst/>
        </p:spPr>
        <p:txBody>
          <a:bodyPr wrap="none">
            <a:spAutoFit/>
          </a:bodyPr>
          <a:lstStyle/>
          <a:p>
            <a:pPr defTabSz="739775">
              <a:spcBef>
                <a:spcPct val="0"/>
              </a:spcBef>
            </a:pPr>
            <a:r>
              <a:rPr lang="en-GB" b="1" dirty="0" err="1"/>
              <a:t>GetTax</a:t>
            </a:r>
            <a:r>
              <a:rPr lang="en-GB" b="1" dirty="0"/>
              <a:t>()</a:t>
            </a:r>
            <a:endParaRPr lang="en-US" b="1" dirty="0"/>
          </a:p>
        </p:txBody>
      </p:sp>
      <p:sp>
        <p:nvSpPr>
          <p:cNvPr id="422920" name="Rectangle 8"/>
          <p:cNvSpPr>
            <a:spLocks noChangeArrowheads="1"/>
          </p:cNvSpPr>
          <p:nvPr/>
        </p:nvSpPr>
        <p:spPr bwMode="auto">
          <a:xfrm>
            <a:off x="1277937" y="4140200"/>
            <a:ext cx="2532062" cy="1066800"/>
          </a:xfrm>
          <a:prstGeom prst="rect">
            <a:avLst/>
          </a:prstGeom>
          <a:noFill/>
          <a:ln w="12700">
            <a:solidFill>
              <a:schemeClr val="tx1"/>
            </a:solidFill>
            <a:miter lim="800000"/>
            <a:headEnd type="none" w="sm" len="sm"/>
            <a:tailEnd type="none" w="sm" len="sm"/>
          </a:ln>
          <a:effectLst/>
        </p:spPr>
        <p:txBody>
          <a:bodyPr wrap="none" anchor="ctr"/>
          <a:lstStyle/>
          <a:p>
            <a:endParaRPr lang="en-GB"/>
          </a:p>
        </p:txBody>
      </p:sp>
      <p:sp>
        <p:nvSpPr>
          <p:cNvPr id="422921" name="Line 9"/>
          <p:cNvSpPr>
            <a:spLocks noChangeShapeType="1"/>
          </p:cNvSpPr>
          <p:nvPr/>
        </p:nvSpPr>
        <p:spPr bwMode="auto">
          <a:xfrm>
            <a:off x="1277937" y="4521200"/>
            <a:ext cx="2532062" cy="0"/>
          </a:xfrm>
          <a:prstGeom prst="line">
            <a:avLst/>
          </a:prstGeom>
          <a:noFill/>
          <a:ln w="12700">
            <a:solidFill>
              <a:schemeClr val="tx1"/>
            </a:solidFill>
            <a:round/>
            <a:headEnd type="none" w="sm" len="sm"/>
            <a:tailEnd type="none" w="sm" len="sm"/>
          </a:ln>
          <a:effectLst/>
        </p:spPr>
        <p:txBody>
          <a:bodyPr/>
          <a:lstStyle/>
          <a:p>
            <a:endParaRPr lang="en-GB"/>
          </a:p>
        </p:txBody>
      </p:sp>
      <p:sp>
        <p:nvSpPr>
          <p:cNvPr id="422922" name="Text Box 10"/>
          <p:cNvSpPr txBox="1">
            <a:spLocks noChangeArrowheads="1"/>
          </p:cNvSpPr>
          <p:nvPr/>
        </p:nvSpPr>
        <p:spPr bwMode="auto">
          <a:xfrm>
            <a:off x="2051049" y="4140200"/>
            <a:ext cx="1390124" cy="369332"/>
          </a:xfrm>
          <a:prstGeom prst="rect">
            <a:avLst/>
          </a:prstGeom>
          <a:noFill/>
          <a:ln w="12700">
            <a:noFill/>
            <a:miter lim="800000"/>
            <a:headEnd type="none" w="sm" len="sm"/>
            <a:tailEnd type="none" w="sm" len="sm"/>
          </a:ln>
          <a:effectLst/>
        </p:spPr>
        <p:txBody>
          <a:bodyPr wrap="none">
            <a:spAutoFit/>
          </a:bodyPr>
          <a:lstStyle/>
          <a:p>
            <a:pPr defTabSz="739775">
              <a:spcBef>
                <a:spcPct val="0"/>
              </a:spcBef>
            </a:pPr>
            <a:r>
              <a:rPr lang="en-GB" b="1"/>
              <a:t>Employee</a:t>
            </a:r>
            <a:endParaRPr lang="en-US" b="1"/>
          </a:p>
        </p:txBody>
      </p:sp>
      <p:sp>
        <p:nvSpPr>
          <p:cNvPr id="422923" name="Text Box 11"/>
          <p:cNvSpPr txBox="1">
            <a:spLocks noChangeArrowheads="1"/>
          </p:cNvSpPr>
          <p:nvPr/>
        </p:nvSpPr>
        <p:spPr bwMode="auto">
          <a:xfrm>
            <a:off x="1263649" y="4786313"/>
            <a:ext cx="1197764" cy="369332"/>
          </a:xfrm>
          <a:prstGeom prst="rect">
            <a:avLst/>
          </a:prstGeom>
          <a:noFill/>
          <a:ln w="12700">
            <a:noFill/>
            <a:miter lim="800000"/>
            <a:headEnd type="none" w="sm" len="sm"/>
            <a:tailEnd type="none" w="sm" len="sm"/>
          </a:ln>
          <a:effectLst/>
        </p:spPr>
        <p:txBody>
          <a:bodyPr wrap="none">
            <a:spAutoFit/>
          </a:bodyPr>
          <a:lstStyle/>
          <a:p>
            <a:pPr defTabSz="739775">
              <a:spcBef>
                <a:spcPct val="0"/>
              </a:spcBef>
            </a:pPr>
            <a:r>
              <a:rPr lang="en-GB" b="1" dirty="0" err="1"/>
              <a:t>GetTax</a:t>
            </a:r>
            <a:r>
              <a:rPr lang="en-GB" b="1" dirty="0"/>
              <a:t>()</a:t>
            </a:r>
            <a:endParaRPr lang="en-US" b="1" dirty="0"/>
          </a:p>
        </p:txBody>
      </p:sp>
      <p:sp>
        <p:nvSpPr>
          <p:cNvPr id="422924" name="AutoShape 12"/>
          <p:cNvSpPr>
            <a:spLocks noChangeArrowheads="1"/>
          </p:cNvSpPr>
          <p:nvPr/>
        </p:nvSpPr>
        <p:spPr bwMode="auto">
          <a:xfrm>
            <a:off x="2403475" y="2844800"/>
            <a:ext cx="422275" cy="304800"/>
          </a:xfrm>
          <a:prstGeom prst="triangle">
            <a:avLst>
              <a:gd name="adj" fmla="val 50000"/>
            </a:avLst>
          </a:prstGeom>
          <a:noFill/>
          <a:ln w="12700">
            <a:solidFill>
              <a:schemeClr val="tx1"/>
            </a:solidFill>
            <a:miter lim="800000"/>
            <a:headEnd type="none" w="sm" len="sm"/>
            <a:tailEnd type="none" w="sm" len="sm"/>
          </a:ln>
          <a:effectLst/>
        </p:spPr>
        <p:txBody>
          <a:bodyPr wrap="none" anchor="ctr"/>
          <a:lstStyle/>
          <a:p>
            <a:endParaRPr lang="en-GB"/>
          </a:p>
        </p:txBody>
      </p:sp>
      <p:sp>
        <p:nvSpPr>
          <p:cNvPr id="422925" name="Line 13"/>
          <p:cNvSpPr>
            <a:spLocks noChangeShapeType="1"/>
          </p:cNvSpPr>
          <p:nvPr/>
        </p:nvSpPr>
        <p:spPr bwMode="auto">
          <a:xfrm>
            <a:off x="2614612" y="3149600"/>
            <a:ext cx="0" cy="990600"/>
          </a:xfrm>
          <a:prstGeom prst="line">
            <a:avLst/>
          </a:prstGeom>
          <a:noFill/>
          <a:ln w="12700">
            <a:solidFill>
              <a:schemeClr val="tx1"/>
            </a:solidFill>
            <a:prstDash val="dash"/>
            <a:round/>
            <a:headEnd type="none" w="sm" len="sm"/>
            <a:tailEnd type="none" w="sm" len="sm"/>
          </a:ln>
          <a:effectLst/>
        </p:spPr>
        <p:txBody>
          <a:bodyPr/>
          <a:lstStyle/>
          <a:p>
            <a:endParaRPr lang="en-GB"/>
          </a:p>
        </p:txBody>
      </p:sp>
      <p:sp>
        <p:nvSpPr>
          <p:cNvPr id="422926" name="Text Box 14"/>
          <p:cNvSpPr txBox="1">
            <a:spLocks noChangeArrowheads="1"/>
          </p:cNvSpPr>
          <p:nvPr/>
        </p:nvSpPr>
        <p:spPr bwMode="auto">
          <a:xfrm>
            <a:off x="2670174" y="3324226"/>
            <a:ext cx="2760692" cy="584775"/>
          </a:xfrm>
          <a:prstGeom prst="rect">
            <a:avLst/>
          </a:prstGeom>
          <a:noFill/>
          <a:ln w="12700">
            <a:noFill/>
            <a:miter lim="800000"/>
            <a:headEnd type="none" w="sm" len="sm"/>
            <a:tailEnd type="none" w="sm" len="sm"/>
          </a:ln>
          <a:effectLst/>
        </p:spPr>
        <p:txBody>
          <a:bodyPr wrap="none">
            <a:spAutoFit/>
          </a:bodyPr>
          <a:lstStyle/>
          <a:p>
            <a:pPr defTabSz="739775">
              <a:spcBef>
                <a:spcPct val="0"/>
              </a:spcBef>
            </a:pPr>
            <a:r>
              <a:rPr lang="en-GB" sz="1600"/>
              <a:t>The correct term for this </a:t>
            </a:r>
            <a:br>
              <a:rPr lang="en-GB" sz="1600"/>
            </a:br>
            <a:r>
              <a:rPr lang="en-GB" sz="1600"/>
              <a:t>is "to realize" an interface</a:t>
            </a:r>
          </a:p>
        </p:txBody>
      </p:sp>
      <p:sp>
        <p:nvSpPr>
          <p:cNvPr id="422927" name="Text Box 15"/>
          <p:cNvSpPr txBox="1">
            <a:spLocks noChangeArrowheads="1"/>
          </p:cNvSpPr>
          <p:nvPr/>
        </p:nvSpPr>
        <p:spPr bwMode="auto">
          <a:xfrm>
            <a:off x="522515" y="5688013"/>
            <a:ext cx="4316186" cy="646331"/>
          </a:xfrm>
          <a:prstGeom prst="rect">
            <a:avLst/>
          </a:prstGeom>
          <a:solidFill>
            <a:srgbClr val="CCFFCC"/>
          </a:solidFill>
          <a:ln w="12700">
            <a:noFill/>
            <a:miter lim="800000"/>
            <a:headEnd type="none" w="sm" len="sm"/>
            <a:tailEnd type="none" w="sm" len="sm"/>
          </a:ln>
          <a:effectLst>
            <a:outerShdw blurRad="50800" dist="38100" dir="2700000" algn="tl" rotWithShape="0">
              <a:prstClr val="black">
                <a:alpha val="40000"/>
              </a:prstClr>
            </a:outerShdw>
          </a:effectLst>
        </p:spPr>
        <p:txBody>
          <a:bodyPr wrap="square">
            <a:spAutoFit/>
          </a:bodyPr>
          <a:lstStyle/>
          <a:p>
            <a:pPr defTabSz="739775">
              <a:spcBef>
                <a:spcPct val="0"/>
              </a:spcBef>
            </a:pPr>
            <a:r>
              <a:rPr lang="en-GB" dirty="0"/>
              <a:t>Would you say:</a:t>
            </a:r>
            <a:br>
              <a:rPr lang="en-GB" dirty="0"/>
            </a:br>
            <a:r>
              <a:rPr lang="en-GB" dirty="0"/>
              <a:t>An Employee is a kind of taxable (item) ?</a:t>
            </a:r>
          </a:p>
        </p:txBody>
      </p:sp>
      <p:sp>
        <p:nvSpPr>
          <p:cNvPr id="422928" name="Line 16"/>
          <p:cNvSpPr>
            <a:spLocks noChangeShapeType="1"/>
          </p:cNvSpPr>
          <p:nvPr/>
        </p:nvSpPr>
        <p:spPr bwMode="auto">
          <a:xfrm>
            <a:off x="5635352" y="1892300"/>
            <a:ext cx="0" cy="3708400"/>
          </a:xfrm>
          <a:prstGeom prst="line">
            <a:avLst/>
          </a:prstGeom>
          <a:noFill/>
          <a:ln w="38100">
            <a:solidFill>
              <a:schemeClr val="tx1"/>
            </a:solidFill>
            <a:prstDash val="lgDashDot"/>
            <a:round/>
            <a:headEnd type="none" w="sm" len="sm"/>
            <a:tailEnd type="none" w="sm" len="sm"/>
          </a:ln>
          <a:effectLst/>
        </p:spPr>
        <p:txBody>
          <a:bodyPr/>
          <a:lstStyle/>
          <a:p>
            <a:endParaRPr lang="en-GB"/>
          </a:p>
        </p:txBody>
      </p:sp>
      <p:grpSp>
        <p:nvGrpSpPr>
          <p:cNvPr id="2" name="Group 17"/>
          <p:cNvGrpSpPr>
            <a:grpSpLocks/>
          </p:cNvGrpSpPr>
          <p:nvPr/>
        </p:nvGrpSpPr>
        <p:grpSpPr bwMode="auto">
          <a:xfrm>
            <a:off x="7761336" y="3050178"/>
            <a:ext cx="992188" cy="304800"/>
            <a:chOff x="3696" y="1392"/>
            <a:chExt cx="720" cy="192"/>
          </a:xfrm>
        </p:grpSpPr>
        <p:sp>
          <p:nvSpPr>
            <p:cNvPr id="422930" name="Line 18"/>
            <p:cNvSpPr>
              <a:spLocks noChangeShapeType="1"/>
            </p:cNvSpPr>
            <p:nvPr/>
          </p:nvSpPr>
          <p:spPr bwMode="auto">
            <a:xfrm>
              <a:off x="3888" y="1488"/>
              <a:ext cx="528" cy="0"/>
            </a:xfrm>
            <a:prstGeom prst="line">
              <a:avLst/>
            </a:prstGeom>
            <a:noFill/>
            <a:ln w="38100">
              <a:solidFill>
                <a:schemeClr val="tx1"/>
              </a:solidFill>
              <a:round/>
              <a:headEnd type="none" w="sm" len="sm"/>
              <a:tailEnd type="none" w="sm" len="sm"/>
            </a:ln>
            <a:effectLst/>
          </p:spPr>
          <p:txBody>
            <a:bodyPr/>
            <a:lstStyle/>
            <a:p>
              <a:endParaRPr lang="en-GB"/>
            </a:p>
          </p:txBody>
        </p:sp>
        <p:sp>
          <p:nvSpPr>
            <p:cNvPr id="422931" name="Oval 19"/>
            <p:cNvSpPr>
              <a:spLocks noChangeArrowheads="1"/>
            </p:cNvSpPr>
            <p:nvPr/>
          </p:nvSpPr>
          <p:spPr bwMode="auto">
            <a:xfrm>
              <a:off x="3696" y="1392"/>
              <a:ext cx="192" cy="192"/>
            </a:xfrm>
            <a:prstGeom prst="ellipse">
              <a:avLst/>
            </a:prstGeom>
            <a:noFill/>
            <a:ln w="38100">
              <a:solidFill>
                <a:schemeClr val="tx1"/>
              </a:solidFill>
              <a:round/>
              <a:headEnd type="none" w="sm" len="sm"/>
              <a:tailEnd type="none" w="sm" len="sm"/>
            </a:ln>
            <a:effectLst/>
          </p:spPr>
          <p:txBody>
            <a:bodyPr wrap="none" anchor="ctr"/>
            <a:lstStyle/>
            <a:p>
              <a:endParaRPr lang="en-GB"/>
            </a:p>
          </p:txBody>
        </p:sp>
      </p:grpSp>
      <p:sp>
        <p:nvSpPr>
          <p:cNvPr id="422932" name="Text Box 20"/>
          <p:cNvSpPr txBox="1">
            <a:spLocks noChangeArrowheads="1"/>
          </p:cNvSpPr>
          <p:nvPr/>
        </p:nvSpPr>
        <p:spPr bwMode="auto">
          <a:xfrm>
            <a:off x="6431100" y="2971800"/>
            <a:ext cx="1124026" cy="369332"/>
          </a:xfrm>
          <a:prstGeom prst="rect">
            <a:avLst/>
          </a:prstGeom>
          <a:noFill/>
          <a:ln w="12700">
            <a:noFill/>
            <a:miter lim="800000"/>
            <a:headEnd type="none" w="sm" len="sm"/>
            <a:tailEnd type="none" w="sm" len="sm"/>
          </a:ln>
          <a:effectLst/>
        </p:spPr>
        <p:txBody>
          <a:bodyPr wrap="none">
            <a:spAutoFit/>
          </a:bodyPr>
          <a:lstStyle/>
          <a:p>
            <a:pPr defTabSz="739775">
              <a:spcBef>
                <a:spcPct val="0"/>
              </a:spcBef>
            </a:pPr>
            <a:r>
              <a:rPr lang="en-GB" b="1"/>
              <a:t>Taxable</a:t>
            </a:r>
            <a:endParaRPr lang="en-US" b="1"/>
          </a:p>
        </p:txBody>
      </p:sp>
      <p:sp>
        <p:nvSpPr>
          <p:cNvPr id="422933" name="Rectangle 21"/>
          <p:cNvSpPr>
            <a:spLocks noChangeArrowheads="1"/>
          </p:cNvSpPr>
          <p:nvPr/>
        </p:nvSpPr>
        <p:spPr bwMode="auto">
          <a:xfrm>
            <a:off x="8753525" y="2819400"/>
            <a:ext cx="2378075" cy="1066800"/>
          </a:xfrm>
          <a:prstGeom prst="rect">
            <a:avLst/>
          </a:prstGeom>
          <a:noFill/>
          <a:ln w="12700">
            <a:solidFill>
              <a:schemeClr val="tx1"/>
            </a:solidFill>
            <a:miter lim="800000"/>
            <a:headEnd type="none" w="sm" len="sm"/>
            <a:tailEnd type="none" w="sm" len="sm"/>
          </a:ln>
          <a:effectLst/>
        </p:spPr>
        <p:txBody>
          <a:bodyPr wrap="none" anchor="ctr"/>
          <a:lstStyle/>
          <a:p>
            <a:endParaRPr lang="en-GB"/>
          </a:p>
        </p:txBody>
      </p:sp>
      <p:sp>
        <p:nvSpPr>
          <p:cNvPr id="422934" name="Line 22"/>
          <p:cNvSpPr>
            <a:spLocks noChangeShapeType="1"/>
          </p:cNvSpPr>
          <p:nvPr/>
        </p:nvSpPr>
        <p:spPr bwMode="auto">
          <a:xfrm>
            <a:off x="8740464" y="3200400"/>
            <a:ext cx="2378075" cy="0"/>
          </a:xfrm>
          <a:prstGeom prst="line">
            <a:avLst/>
          </a:prstGeom>
          <a:noFill/>
          <a:ln w="12700">
            <a:solidFill>
              <a:schemeClr val="tx1"/>
            </a:solidFill>
            <a:round/>
            <a:headEnd type="none" w="sm" len="sm"/>
            <a:tailEnd type="none" w="sm" len="sm"/>
          </a:ln>
          <a:effectLst/>
        </p:spPr>
        <p:txBody>
          <a:bodyPr/>
          <a:lstStyle/>
          <a:p>
            <a:endParaRPr lang="en-GB"/>
          </a:p>
        </p:txBody>
      </p:sp>
      <p:sp>
        <p:nvSpPr>
          <p:cNvPr id="422935" name="Text Box 23"/>
          <p:cNvSpPr txBox="1">
            <a:spLocks noChangeArrowheads="1"/>
          </p:cNvSpPr>
          <p:nvPr/>
        </p:nvSpPr>
        <p:spPr bwMode="auto">
          <a:xfrm>
            <a:off x="9139375" y="2819400"/>
            <a:ext cx="1390124" cy="369332"/>
          </a:xfrm>
          <a:prstGeom prst="rect">
            <a:avLst/>
          </a:prstGeom>
          <a:noFill/>
          <a:ln w="12700">
            <a:noFill/>
            <a:miter lim="800000"/>
            <a:headEnd type="none" w="sm" len="sm"/>
            <a:tailEnd type="none" w="sm" len="sm"/>
          </a:ln>
          <a:effectLst/>
        </p:spPr>
        <p:txBody>
          <a:bodyPr wrap="none">
            <a:spAutoFit/>
          </a:bodyPr>
          <a:lstStyle/>
          <a:p>
            <a:pPr defTabSz="739775">
              <a:spcBef>
                <a:spcPct val="0"/>
              </a:spcBef>
            </a:pPr>
            <a:r>
              <a:rPr lang="en-GB" b="1"/>
              <a:t>Employee</a:t>
            </a:r>
            <a:endParaRPr lang="en-US" b="1"/>
          </a:p>
        </p:txBody>
      </p:sp>
      <p:sp>
        <p:nvSpPr>
          <p:cNvPr id="422936" name="Text Box 24"/>
          <p:cNvSpPr txBox="1">
            <a:spLocks noChangeArrowheads="1"/>
          </p:cNvSpPr>
          <p:nvPr/>
        </p:nvSpPr>
        <p:spPr bwMode="auto">
          <a:xfrm>
            <a:off x="9299351" y="3387135"/>
            <a:ext cx="1197764" cy="369332"/>
          </a:xfrm>
          <a:prstGeom prst="rect">
            <a:avLst/>
          </a:prstGeom>
          <a:noFill/>
          <a:ln w="12700">
            <a:noFill/>
            <a:miter lim="800000"/>
            <a:headEnd type="none" w="sm" len="sm"/>
            <a:tailEnd type="none" w="sm" len="sm"/>
          </a:ln>
          <a:effectLst/>
        </p:spPr>
        <p:txBody>
          <a:bodyPr wrap="none">
            <a:spAutoFit/>
          </a:bodyPr>
          <a:lstStyle/>
          <a:p>
            <a:pPr defTabSz="739775">
              <a:spcBef>
                <a:spcPct val="0"/>
              </a:spcBef>
            </a:pPr>
            <a:r>
              <a:rPr lang="en-GB" b="1" dirty="0" err="1"/>
              <a:t>GetTax</a:t>
            </a:r>
            <a:r>
              <a:rPr lang="en-GB" b="1" dirty="0"/>
              <a:t>()</a:t>
            </a:r>
            <a:endParaRPr lang="en-US" b="1" dirty="0"/>
          </a:p>
        </p:txBody>
      </p:sp>
      <p:sp>
        <p:nvSpPr>
          <p:cNvPr id="422937" name="Text Box 25"/>
          <p:cNvSpPr txBox="1">
            <a:spLocks noChangeArrowheads="1"/>
          </p:cNvSpPr>
          <p:nvPr/>
        </p:nvSpPr>
        <p:spPr bwMode="auto">
          <a:xfrm>
            <a:off x="6466503" y="5688012"/>
            <a:ext cx="4574043" cy="646331"/>
          </a:xfrm>
          <a:prstGeom prst="rect">
            <a:avLst/>
          </a:prstGeom>
          <a:solidFill>
            <a:srgbClr val="CCFFFF"/>
          </a:solidFill>
          <a:ln w="12700">
            <a:noFill/>
            <a:miter lim="800000"/>
            <a:headEnd type="none" w="sm" len="sm"/>
            <a:tailEnd type="none" w="sm" len="sm"/>
          </a:ln>
          <a:effectLst>
            <a:outerShdw blurRad="50800" dist="38100" dir="2700000" algn="tl" rotWithShape="0">
              <a:prstClr val="black">
                <a:alpha val="40000"/>
              </a:prstClr>
            </a:outerShdw>
          </a:effectLst>
        </p:spPr>
        <p:txBody>
          <a:bodyPr wrap="square">
            <a:spAutoFit/>
          </a:bodyPr>
          <a:lstStyle/>
          <a:p>
            <a:pPr defTabSz="739775">
              <a:spcBef>
                <a:spcPct val="0"/>
              </a:spcBef>
            </a:pPr>
            <a:r>
              <a:rPr lang="en-GB" dirty="0"/>
              <a:t>Or does it sound better to say: </a:t>
            </a:r>
            <a:br>
              <a:rPr lang="en-GB" dirty="0"/>
            </a:br>
            <a:r>
              <a:rPr lang="en-GB" dirty="0"/>
              <a:t>An Employee supports all Taxable Operations?</a:t>
            </a:r>
          </a:p>
        </p:txBody>
      </p:sp>
      <p:sp>
        <p:nvSpPr>
          <p:cNvPr id="3" name="Oval Callout 2"/>
          <p:cNvSpPr/>
          <p:nvPr/>
        </p:nvSpPr>
        <p:spPr>
          <a:xfrm>
            <a:off x="789599" y="3200401"/>
            <a:ext cx="1261450" cy="490451"/>
          </a:xfrm>
          <a:prstGeom prst="wedgeEllipseCallout">
            <a:avLst>
              <a:gd name="adj1" fmla="val 81968"/>
              <a:gd name="adj2" fmla="val 25212"/>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latin typeface="Arial" pitchFamily="34" charset="0"/>
                <a:cs typeface="Arial" pitchFamily="34" charset="0"/>
              </a:rPr>
              <a:t>dotted</a:t>
            </a:r>
          </a:p>
        </p:txBody>
      </p:sp>
    </p:spTree>
    <p:extLst>
      <p:ext uri="{BB962C8B-B14F-4D97-AF65-F5344CB8AC3E}">
        <p14:creationId xmlns:p14="http://schemas.microsoft.com/office/powerpoint/2010/main" val="4057656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3155" name="Rectangle 3"/>
          <p:cNvSpPr>
            <a:spLocks noGrp="1" noChangeArrowheads="1"/>
          </p:cNvSpPr>
          <p:nvPr>
            <p:ph type="body" sz="quarter" idx="15"/>
          </p:nvPr>
        </p:nvSpPr>
        <p:spPr/>
        <p:txBody>
          <a:bodyPr/>
          <a:lstStyle/>
          <a:p>
            <a:r>
              <a:rPr lang="en-US" dirty="0"/>
              <a:t>You could view an interface as a degenerate version of an Abstract Base Class</a:t>
            </a:r>
          </a:p>
        </p:txBody>
      </p:sp>
      <p:sp>
        <p:nvSpPr>
          <p:cNvPr id="433154" name="Rectangle 2"/>
          <p:cNvSpPr>
            <a:spLocks noGrp="1" noChangeArrowheads="1"/>
          </p:cNvSpPr>
          <p:nvPr>
            <p:ph type="title"/>
          </p:nvPr>
        </p:nvSpPr>
        <p:spPr/>
        <p:txBody>
          <a:bodyPr>
            <a:normAutofit fontScale="90000"/>
          </a:bodyPr>
          <a:lstStyle/>
          <a:p>
            <a:r>
              <a:rPr lang="en-GB"/>
              <a:t>Abstract Base Class</a:t>
            </a:r>
            <a:endParaRPr lang="en-US"/>
          </a:p>
        </p:txBody>
      </p:sp>
      <p:sp>
        <p:nvSpPr>
          <p:cNvPr id="433238" name="Rectangle 86"/>
          <p:cNvSpPr>
            <a:spLocks noChangeArrowheads="1"/>
          </p:cNvSpPr>
          <p:nvPr/>
        </p:nvSpPr>
        <p:spPr bwMode="auto">
          <a:xfrm>
            <a:off x="1547814" y="4352111"/>
            <a:ext cx="1406525" cy="523862"/>
          </a:xfrm>
          <a:prstGeom prst="rect">
            <a:avLst/>
          </a:prstGeom>
          <a:noFill/>
          <a:ln w="9525">
            <a:noFill/>
            <a:miter lim="800000"/>
            <a:headEnd/>
            <a:tailEnd/>
          </a:ln>
          <a:effectLst/>
        </p:spPr>
        <p:txBody>
          <a:bodyPr lIns="92075" tIns="46038" rIns="92075" bIns="46038">
            <a:spAutoFit/>
          </a:bodyPr>
          <a:lstStyle/>
          <a:p>
            <a:pPr algn="ctr" defTabSz="739775">
              <a:spcBef>
                <a:spcPct val="0"/>
              </a:spcBef>
            </a:pPr>
            <a:r>
              <a:rPr lang="en-GB" sz="1400" b="1" i="1" dirty="0">
                <a:solidFill>
                  <a:srgbClr val="000066"/>
                </a:solidFill>
              </a:rPr>
              <a:t>specialisation</a:t>
            </a:r>
          </a:p>
        </p:txBody>
      </p:sp>
      <p:sp>
        <p:nvSpPr>
          <p:cNvPr id="433239" name="Rectangle 87"/>
          <p:cNvSpPr>
            <a:spLocks noChangeArrowheads="1"/>
          </p:cNvSpPr>
          <p:nvPr/>
        </p:nvSpPr>
        <p:spPr bwMode="auto">
          <a:xfrm>
            <a:off x="1547814" y="3513911"/>
            <a:ext cx="1406525" cy="523862"/>
          </a:xfrm>
          <a:prstGeom prst="rect">
            <a:avLst/>
          </a:prstGeom>
          <a:noFill/>
          <a:ln w="9525">
            <a:noFill/>
            <a:miter lim="800000"/>
            <a:headEnd/>
            <a:tailEnd/>
          </a:ln>
          <a:effectLst/>
        </p:spPr>
        <p:txBody>
          <a:bodyPr lIns="92075" tIns="46038" rIns="92075" bIns="46038">
            <a:spAutoFit/>
          </a:bodyPr>
          <a:lstStyle/>
          <a:p>
            <a:pPr algn="ctr" defTabSz="739775">
              <a:spcBef>
                <a:spcPct val="0"/>
              </a:spcBef>
            </a:pPr>
            <a:r>
              <a:rPr lang="en-GB" sz="1400" b="1" i="1">
                <a:solidFill>
                  <a:srgbClr val="000066"/>
                </a:solidFill>
              </a:rPr>
              <a:t>generalisation</a:t>
            </a:r>
          </a:p>
        </p:txBody>
      </p:sp>
      <p:sp>
        <p:nvSpPr>
          <p:cNvPr id="433240" name="Line 88"/>
          <p:cNvSpPr>
            <a:spLocks noChangeShapeType="1"/>
          </p:cNvSpPr>
          <p:nvPr/>
        </p:nvSpPr>
        <p:spPr bwMode="auto">
          <a:xfrm>
            <a:off x="2251075" y="4733111"/>
            <a:ext cx="0" cy="685800"/>
          </a:xfrm>
          <a:prstGeom prst="line">
            <a:avLst/>
          </a:prstGeom>
          <a:noFill/>
          <a:ln w="57150">
            <a:solidFill>
              <a:srgbClr val="CC3300"/>
            </a:solidFill>
            <a:round/>
            <a:headEnd type="none" w="sm" len="sm"/>
            <a:tailEnd type="triangle" w="med" len="med"/>
          </a:ln>
          <a:effectLst/>
        </p:spPr>
        <p:txBody>
          <a:bodyPr wrap="none" anchor="ctr"/>
          <a:lstStyle/>
          <a:p>
            <a:endParaRPr lang="en-GB"/>
          </a:p>
        </p:txBody>
      </p:sp>
      <p:sp>
        <p:nvSpPr>
          <p:cNvPr id="433241" name="Line 89"/>
          <p:cNvSpPr>
            <a:spLocks noChangeShapeType="1"/>
          </p:cNvSpPr>
          <p:nvPr/>
        </p:nvSpPr>
        <p:spPr bwMode="auto">
          <a:xfrm flipV="1">
            <a:off x="2251075" y="2828111"/>
            <a:ext cx="0" cy="685800"/>
          </a:xfrm>
          <a:prstGeom prst="line">
            <a:avLst/>
          </a:prstGeom>
          <a:noFill/>
          <a:ln w="57150">
            <a:solidFill>
              <a:srgbClr val="CC3300"/>
            </a:solidFill>
            <a:round/>
            <a:headEnd type="none" w="sm" len="sm"/>
            <a:tailEnd type="triangle" w="med" len="med"/>
          </a:ln>
          <a:effectLst/>
        </p:spPr>
        <p:txBody>
          <a:bodyPr wrap="none" anchor="ctr"/>
          <a:lstStyle/>
          <a:p>
            <a:endParaRPr lang="en-GB"/>
          </a:p>
        </p:txBody>
      </p:sp>
      <p:sp>
        <p:nvSpPr>
          <p:cNvPr id="4" name="Rectangle: Rounded Corners 3">
            <a:extLst>
              <a:ext uri="{FF2B5EF4-FFF2-40B4-BE49-F238E27FC236}">
                <a16:creationId xmlns:a16="http://schemas.microsoft.com/office/drawing/2014/main" id="{BEB7ED2D-3F5B-48EB-90E7-4860154A2C0F}"/>
              </a:ext>
            </a:extLst>
          </p:cNvPr>
          <p:cNvSpPr/>
          <p:nvPr/>
        </p:nvSpPr>
        <p:spPr>
          <a:xfrm>
            <a:off x="2181498" y="6173788"/>
            <a:ext cx="8203470" cy="432903"/>
          </a:xfrm>
          <a:prstGeom prst="roundRect">
            <a:avLst/>
          </a:prstGeom>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defTabSz="739775">
              <a:spcBef>
                <a:spcPct val="0"/>
              </a:spcBef>
            </a:pPr>
            <a:r>
              <a:rPr lang="en-GB" sz="2000" b="1" dirty="0">
                <a:solidFill>
                  <a:schemeClr val="bg1"/>
                </a:solidFill>
              </a:rPr>
              <a:t>You can’t create a mammal, or an Account. They are abstract classes</a:t>
            </a:r>
            <a:endParaRPr lang="en-US" sz="2000" b="1" dirty="0">
              <a:solidFill>
                <a:schemeClr val="bg1"/>
              </a:solidFill>
            </a:endParaRPr>
          </a:p>
        </p:txBody>
      </p:sp>
      <p:pic>
        <p:nvPicPr>
          <p:cNvPr id="6" name="Picture 5">
            <a:extLst>
              <a:ext uri="{FF2B5EF4-FFF2-40B4-BE49-F238E27FC236}">
                <a16:creationId xmlns:a16="http://schemas.microsoft.com/office/drawing/2014/main" id="{518E4AA9-F8BB-48BE-8C3A-B677B9CADBCD}"/>
              </a:ext>
            </a:extLst>
          </p:cNvPr>
          <p:cNvPicPr>
            <a:picLocks noChangeAspect="1"/>
          </p:cNvPicPr>
          <p:nvPr/>
        </p:nvPicPr>
        <p:blipFill>
          <a:blip r:embed="rId3"/>
          <a:stretch>
            <a:fillRect/>
          </a:stretch>
        </p:blipFill>
        <p:spPr>
          <a:xfrm>
            <a:off x="6396002" y="2441800"/>
            <a:ext cx="3988966" cy="3475618"/>
          </a:xfrm>
          <a:prstGeom prst="rect">
            <a:avLst/>
          </a:prstGeom>
        </p:spPr>
      </p:pic>
      <p:pic>
        <p:nvPicPr>
          <p:cNvPr id="8" name="Picture 7">
            <a:extLst>
              <a:ext uri="{FF2B5EF4-FFF2-40B4-BE49-F238E27FC236}">
                <a16:creationId xmlns:a16="http://schemas.microsoft.com/office/drawing/2014/main" id="{B1D4BF5D-5872-4551-BBB6-0151738FCAA9}"/>
              </a:ext>
            </a:extLst>
          </p:cNvPr>
          <p:cNvPicPr>
            <a:picLocks noChangeAspect="1"/>
          </p:cNvPicPr>
          <p:nvPr/>
        </p:nvPicPr>
        <p:blipFill>
          <a:blip r:embed="rId4"/>
          <a:stretch>
            <a:fillRect/>
          </a:stretch>
        </p:blipFill>
        <p:spPr>
          <a:xfrm>
            <a:off x="3108971" y="2521837"/>
            <a:ext cx="1943100" cy="3362325"/>
          </a:xfrm>
          <a:prstGeom prst="rect">
            <a:avLst/>
          </a:prstGeom>
        </p:spPr>
      </p:pic>
    </p:spTree>
    <p:extLst>
      <p:ext uri="{BB962C8B-B14F-4D97-AF65-F5344CB8AC3E}">
        <p14:creationId xmlns:p14="http://schemas.microsoft.com/office/powerpoint/2010/main" val="32304176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CC7646C-3337-1C12-FF25-768A7267619A}"/>
              </a:ext>
            </a:extLst>
          </p:cNvPr>
          <p:cNvPicPr>
            <a:picLocks noChangeAspect="1"/>
          </p:cNvPicPr>
          <p:nvPr/>
        </p:nvPicPr>
        <p:blipFill>
          <a:blip r:embed="rId3"/>
          <a:stretch>
            <a:fillRect/>
          </a:stretch>
        </p:blipFill>
        <p:spPr>
          <a:xfrm>
            <a:off x="3271806" y="2094047"/>
            <a:ext cx="1943100" cy="2143125"/>
          </a:xfrm>
          <a:prstGeom prst="rect">
            <a:avLst/>
          </a:prstGeom>
        </p:spPr>
      </p:pic>
      <p:sp>
        <p:nvSpPr>
          <p:cNvPr id="435202" name="Rectangle 2"/>
          <p:cNvSpPr>
            <a:spLocks noGrp="1" noChangeArrowheads="1"/>
          </p:cNvSpPr>
          <p:nvPr>
            <p:ph type="title"/>
          </p:nvPr>
        </p:nvSpPr>
        <p:spPr>
          <a:xfrm>
            <a:off x="414000" y="566536"/>
            <a:ext cx="9126000" cy="626400"/>
          </a:xfrm>
        </p:spPr>
        <p:txBody>
          <a:bodyPr>
            <a:normAutofit fontScale="90000"/>
          </a:bodyPr>
          <a:lstStyle/>
          <a:p>
            <a:r>
              <a:rPr lang="en-GB" dirty="0"/>
              <a:t>What is the Difference ?</a:t>
            </a:r>
          </a:p>
        </p:txBody>
      </p:sp>
      <p:sp>
        <p:nvSpPr>
          <p:cNvPr id="435272" name="Oval 72"/>
          <p:cNvSpPr>
            <a:spLocks noChangeArrowheads="1"/>
          </p:cNvSpPr>
          <p:nvPr/>
        </p:nvSpPr>
        <p:spPr bwMode="auto">
          <a:xfrm>
            <a:off x="1380696" y="2489213"/>
            <a:ext cx="346095" cy="352668"/>
          </a:xfrm>
          <a:prstGeom prst="ellipse">
            <a:avLst/>
          </a:prstGeom>
          <a:noFill/>
          <a:ln w="38100">
            <a:solidFill>
              <a:schemeClr val="tx1"/>
            </a:solidFill>
            <a:round/>
            <a:headEnd type="none" w="sm" len="sm"/>
            <a:tailEnd type="none" w="sm" len="sm"/>
          </a:ln>
          <a:effectLst/>
        </p:spPr>
        <p:txBody>
          <a:bodyPr wrap="none" anchor="ctr"/>
          <a:lstStyle/>
          <a:p>
            <a:pPr algn="ctr" defTabSz="739775">
              <a:spcBef>
                <a:spcPct val="0"/>
              </a:spcBef>
            </a:pPr>
            <a:endParaRPr lang="en-US"/>
          </a:p>
        </p:txBody>
      </p:sp>
      <p:sp>
        <p:nvSpPr>
          <p:cNvPr id="435273" name="Line 73"/>
          <p:cNvSpPr>
            <a:spLocks noChangeShapeType="1"/>
          </p:cNvSpPr>
          <p:nvPr/>
        </p:nvSpPr>
        <p:spPr bwMode="auto">
          <a:xfrm>
            <a:off x="1721996" y="2665547"/>
            <a:ext cx="1680134" cy="0"/>
          </a:xfrm>
          <a:prstGeom prst="line">
            <a:avLst/>
          </a:prstGeom>
          <a:noFill/>
          <a:ln w="38100">
            <a:solidFill>
              <a:schemeClr val="tx1"/>
            </a:solidFill>
            <a:round/>
            <a:headEnd type="none" w="sm" len="sm"/>
            <a:tailEnd type="none" w="sm" len="sm"/>
          </a:ln>
          <a:effectLst/>
        </p:spPr>
        <p:txBody>
          <a:bodyPr/>
          <a:lstStyle/>
          <a:p>
            <a:endParaRPr lang="en-GB"/>
          </a:p>
        </p:txBody>
      </p:sp>
      <p:sp>
        <p:nvSpPr>
          <p:cNvPr id="435279" name="Text Box 79"/>
          <p:cNvSpPr txBox="1">
            <a:spLocks noChangeArrowheads="1"/>
          </p:cNvSpPr>
          <p:nvPr/>
        </p:nvSpPr>
        <p:spPr bwMode="auto">
          <a:xfrm>
            <a:off x="2586441" y="5602173"/>
            <a:ext cx="5982789" cy="707886"/>
          </a:xfrm>
          <a:prstGeom prst="rect">
            <a:avLst/>
          </a:prstGeom>
          <a:ln/>
          <a:effectLst>
            <a:outerShdw blurRad="50800" dist="38100" algn="l" rotWithShape="0">
              <a:prstClr val="black">
                <a:alpha val="40000"/>
              </a:prstClr>
            </a:outerShdw>
          </a:effectLst>
        </p:spPr>
        <p:style>
          <a:lnRef idx="2">
            <a:schemeClr val="dk1">
              <a:shade val="15000"/>
            </a:schemeClr>
          </a:lnRef>
          <a:fillRef idx="1">
            <a:schemeClr val="dk1"/>
          </a:fillRef>
          <a:effectRef idx="0">
            <a:schemeClr val="dk1"/>
          </a:effectRef>
          <a:fontRef idx="minor">
            <a:schemeClr val="lt1"/>
          </a:fontRef>
        </p:style>
        <p:txBody>
          <a:bodyPr rtlCol="0" anchor="ctr"/>
          <a:lstStyle>
            <a:defPPr>
              <a:defRPr lang="en-US"/>
            </a:defPPr>
            <a:lvl1pPr algn="ctr" defTabSz="739775">
              <a:spcBef>
                <a:spcPct val="0"/>
              </a:spcBef>
              <a:defRPr sz="2000" b="1">
                <a:solidFill>
                  <a:schemeClr val="bg1"/>
                </a:solidFill>
              </a:defRPr>
            </a:lvl1pPr>
          </a:lstStyle>
          <a:p>
            <a:r>
              <a:rPr lang="en-GB" dirty="0"/>
              <a:t>Inheritance Of Interface And</a:t>
            </a:r>
          </a:p>
          <a:p>
            <a:r>
              <a:rPr lang="en-GB" dirty="0"/>
              <a:t>Inheritance Of Implementation</a:t>
            </a:r>
          </a:p>
        </p:txBody>
      </p:sp>
      <p:pic>
        <p:nvPicPr>
          <p:cNvPr id="93" name="Picture 92">
            <a:extLst>
              <a:ext uri="{FF2B5EF4-FFF2-40B4-BE49-F238E27FC236}">
                <a16:creationId xmlns:a16="http://schemas.microsoft.com/office/drawing/2014/main" id="{C3E76F37-06F4-4A81-8BC0-85E4E48657FE}"/>
              </a:ext>
            </a:extLst>
          </p:cNvPr>
          <p:cNvPicPr>
            <a:picLocks noChangeAspect="1"/>
          </p:cNvPicPr>
          <p:nvPr/>
        </p:nvPicPr>
        <p:blipFill>
          <a:blip r:embed="rId4"/>
          <a:stretch>
            <a:fillRect/>
          </a:stretch>
        </p:blipFill>
        <p:spPr>
          <a:xfrm>
            <a:off x="6487441" y="1247298"/>
            <a:ext cx="4498422" cy="3919511"/>
          </a:xfrm>
          <a:prstGeom prst="rect">
            <a:avLst/>
          </a:prstGeom>
        </p:spPr>
      </p:pic>
      <p:graphicFrame>
        <p:nvGraphicFramePr>
          <p:cNvPr id="2" name="Table 1">
            <a:extLst>
              <a:ext uri="{FF2B5EF4-FFF2-40B4-BE49-F238E27FC236}">
                <a16:creationId xmlns:a16="http://schemas.microsoft.com/office/drawing/2014/main" id="{93E2D0E4-77EB-0486-A321-F11AB1D630CE}"/>
              </a:ext>
            </a:extLst>
          </p:cNvPr>
          <p:cNvGraphicFramePr>
            <a:graphicFrameLocks noGrp="1"/>
          </p:cNvGraphicFramePr>
          <p:nvPr/>
        </p:nvGraphicFramePr>
        <p:xfrm>
          <a:off x="1926041" y="2677488"/>
          <a:ext cx="1261807" cy="1483360"/>
        </p:xfrm>
        <a:graphic>
          <a:graphicData uri="http://schemas.openxmlformats.org/drawingml/2006/table">
            <a:tbl>
              <a:tblPr firstRow="1" bandRow="1">
                <a:tableStyleId>{5940675A-B579-460E-94D1-54222C63F5DA}</a:tableStyleId>
              </a:tblPr>
              <a:tblGrid>
                <a:gridCol w="1261807">
                  <a:extLst>
                    <a:ext uri="{9D8B030D-6E8A-4147-A177-3AD203B41FA5}">
                      <a16:colId xmlns:a16="http://schemas.microsoft.com/office/drawing/2014/main" val="1458506055"/>
                    </a:ext>
                  </a:extLst>
                </a:gridCol>
              </a:tblGrid>
              <a:tr h="370840">
                <a:tc>
                  <a:txBody>
                    <a:bodyPr/>
                    <a:lstStyle/>
                    <a:p>
                      <a:r>
                        <a:rPr lang="en-GB" sz="1600" b="0" dirty="0"/>
                        <a:t>withdraw</a:t>
                      </a:r>
                    </a:p>
                  </a:txBody>
                  <a:tcPr/>
                </a:tc>
                <a:extLst>
                  <a:ext uri="{0D108BD9-81ED-4DB2-BD59-A6C34878D82A}">
                    <a16:rowId xmlns:a16="http://schemas.microsoft.com/office/drawing/2014/main" val="2445069373"/>
                  </a:ext>
                </a:extLst>
              </a:tr>
              <a:tr h="370840">
                <a:tc>
                  <a:txBody>
                    <a:bodyPr/>
                    <a:lstStyle/>
                    <a:p>
                      <a:r>
                        <a:rPr lang="en-GB" sz="1600" b="0" dirty="0"/>
                        <a:t>Deposit</a:t>
                      </a:r>
                    </a:p>
                  </a:txBody>
                  <a:tcPr/>
                </a:tc>
                <a:extLst>
                  <a:ext uri="{0D108BD9-81ED-4DB2-BD59-A6C34878D82A}">
                    <a16:rowId xmlns:a16="http://schemas.microsoft.com/office/drawing/2014/main" val="3239507813"/>
                  </a:ext>
                </a:extLst>
              </a:tr>
              <a:tr h="370840">
                <a:tc>
                  <a:txBody>
                    <a:bodyPr/>
                    <a:lstStyle/>
                    <a:p>
                      <a:r>
                        <a:rPr lang="en-GB" sz="1600" b="0" dirty="0" err="1"/>
                        <a:t>addInterest</a:t>
                      </a:r>
                      <a:endParaRPr lang="en-GB" sz="1600" b="0" dirty="0"/>
                    </a:p>
                  </a:txBody>
                  <a:tcPr/>
                </a:tc>
                <a:extLst>
                  <a:ext uri="{0D108BD9-81ED-4DB2-BD59-A6C34878D82A}">
                    <a16:rowId xmlns:a16="http://schemas.microsoft.com/office/drawing/2014/main" val="2040046288"/>
                  </a:ext>
                </a:extLst>
              </a:tr>
              <a:tr h="370840">
                <a:tc>
                  <a:txBody>
                    <a:bodyPr/>
                    <a:lstStyle/>
                    <a:p>
                      <a:r>
                        <a:rPr lang="en-GB" sz="1600" b="0" dirty="0"/>
                        <a:t>Close</a:t>
                      </a:r>
                    </a:p>
                  </a:txBody>
                  <a:tcPr/>
                </a:tc>
                <a:extLst>
                  <a:ext uri="{0D108BD9-81ED-4DB2-BD59-A6C34878D82A}">
                    <a16:rowId xmlns:a16="http://schemas.microsoft.com/office/drawing/2014/main" val="1179354864"/>
                  </a:ext>
                </a:extLst>
              </a:tr>
            </a:tbl>
          </a:graphicData>
        </a:graphic>
      </p:graphicFrame>
    </p:spTree>
    <p:extLst>
      <p:ext uri="{BB962C8B-B14F-4D97-AF65-F5344CB8AC3E}">
        <p14:creationId xmlns:p14="http://schemas.microsoft.com/office/powerpoint/2010/main" val="17364668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7"/>
          <p:cNvSpPr>
            <a:spLocks noGrp="1"/>
          </p:cNvSpPr>
          <p:nvPr>
            <p:ph type="body" sz="quarter" idx="15"/>
          </p:nvPr>
        </p:nvSpPr>
        <p:spPr/>
        <p:txBody>
          <a:bodyPr/>
          <a:lstStyle/>
          <a:p>
            <a:r>
              <a:rPr lang="en-GB" dirty="0"/>
              <a:t>Is a weak form of whole-part relationship. The part can exist independently of the whole.</a:t>
            </a:r>
          </a:p>
          <a:p>
            <a:r>
              <a:rPr lang="en-GB" dirty="0"/>
              <a:t>A </a:t>
            </a:r>
            <a:r>
              <a:rPr lang="en-GB" b="1" dirty="0" err="1"/>
              <a:t>BankAccount</a:t>
            </a:r>
            <a:r>
              <a:rPr lang="en-GB" dirty="0"/>
              <a:t> can exist and operate even when NO Customer refers to it.</a:t>
            </a:r>
          </a:p>
          <a:p>
            <a:endParaRPr lang="en-GB" dirty="0"/>
          </a:p>
          <a:p>
            <a:endParaRPr lang="en-GB" dirty="0"/>
          </a:p>
          <a:p>
            <a:pPr marL="0" indent="0">
              <a:buNone/>
            </a:pPr>
            <a:endParaRPr lang="en-GB" dirty="0"/>
          </a:p>
        </p:txBody>
      </p:sp>
      <p:sp>
        <p:nvSpPr>
          <p:cNvPr id="441349" name="Rectangle 5"/>
          <p:cNvSpPr>
            <a:spLocks noChangeArrowheads="1"/>
          </p:cNvSpPr>
          <p:nvPr/>
        </p:nvSpPr>
        <p:spPr bwMode="auto">
          <a:xfrm>
            <a:off x="4689475" y="6896788"/>
            <a:ext cx="2813050" cy="457200"/>
          </a:xfrm>
          <a:prstGeom prst="rect">
            <a:avLst/>
          </a:prstGeom>
          <a:noFill/>
          <a:ln w="12700">
            <a:noFill/>
            <a:miter lim="800000"/>
            <a:headEnd/>
            <a:tailEnd/>
          </a:ln>
          <a:effectLst/>
        </p:spPr>
        <p:txBody>
          <a:bodyPr wrap="none" anchor="ctr"/>
          <a:lstStyle/>
          <a:p>
            <a:pPr algn="ctr" defTabSz="739775">
              <a:spcBef>
                <a:spcPct val="0"/>
              </a:spcBef>
            </a:pPr>
            <a:endParaRPr lang="en-US"/>
          </a:p>
        </p:txBody>
      </p:sp>
      <p:sp>
        <p:nvSpPr>
          <p:cNvPr id="441350" name="Rectangle 6"/>
          <p:cNvSpPr>
            <a:spLocks noGrp="1" noChangeArrowheads="1"/>
          </p:cNvSpPr>
          <p:nvPr>
            <p:ph type="title"/>
          </p:nvPr>
        </p:nvSpPr>
        <p:spPr/>
        <p:txBody>
          <a:bodyPr>
            <a:normAutofit fontScale="90000"/>
          </a:bodyPr>
          <a:lstStyle/>
          <a:p>
            <a:r>
              <a:rPr lang="en-GB" dirty="0"/>
              <a:t>Aggregation</a:t>
            </a:r>
          </a:p>
        </p:txBody>
      </p:sp>
      <p:grpSp>
        <p:nvGrpSpPr>
          <p:cNvPr id="6" name="Group 5">
            <a:extLst>
              <a:ext uri="{FF2B5EF4-FFF2-40B4-BE49-F238E27FC236}">
                <a16:creationId xmlns:a16="http://schemas.microsoft.com/office/drawing/2014/main" id="{597F000A-33B0-4735-8EE3-D023892FA28E}"/>
              </a:ext>
            </a:extLst>
          </p:cNvPr>
          <p:cNvGrpSpPr/>
          <p:nvPr/>
        </p:nvGrpSpPr>
        <p:grpSpPr>
          <a:xfrm>
            <a:off x="1704472" y="3149495"/>
            <a:ext cx="6874082" cy="1171426"/>
            <a:chOff x="1765093" y="2978344"/>
            <a:chExt cx="6874082" cy="1171426"/>
          </a:xfrm>
        </p:grpSpPr>
        <p:pic>
          <p:nvPicPr>
            <p:cNvPr id="4" name="Picture 3">
              <a:extLst>
                <a:ext uri="{FF2B5EF4-FFF2-40B4-BE49-F238E27FC236}">
                  <a16:creationId xmlns:a16="http://schemas.microsoft.com/office/drawing/2014/main" id="{AAEA583D-269F-4267-BC45-E0DB842DB4C3}"/>
                </a:ext>
              </a:extLst>
            </p:cNvPr>
            <p:cNvPicPr>
              <a:picLocks noChangeAspect="1"/>
            </p:cNvPicPr>
            <p:nvPr/>
          </p:nvPicPr>
          <p:blipFill>
            <a:blip r:embed="rId3"/>
            <a:stretch>
              <a:fillRect/>
            </a:stretch>
          </p:blipFill>
          <p:spPr>
            <a:xfrm>
              <a:off x="1765093" y="2978344"/>
              <a:ext cx="6874082" cy="1171426"/>
            </a:xfrm>
            <a:prstGeom prst="rect">
              <a:avLst/>
            </a:prstGeom>
          </p:spPr>
        </p:pic>
        <p:sp>
          <p:nvSpPr>
            <p:cNvPr id="441374" name="Line 30"/>
            <p:cNvSpPr>
              <a:spLocks noChangeShapeType="1"/>
            </p:cNvSpPr>
            <p:nvPr/>
          </p:nvSpPr>
          <p:spPr bwMode="auto">
            <a:xfrm>
              <a:off x="4258492" y="3596240"/>
              <a:ext cx="1874568" cy="0"/>
            </a:xfrm>
            <a:prstGeom prst="line">
              <a:avLst/>
            </a:prstGeom>
            <a:noFill/>
            <a:ln w="28575">
              <a:solidFill>
                <a:schemeClr val="tx1"/>
              </a:solidFill>
              <a:round/>
              <a:headEnd type="none" w="sm" len="sm"/>
              <a:tailEnd type="none" w="sm" len="sm"/>
            </a:ln>
            <a:effectLst/>
          </p:spPr>
          <p:txBody>
            <a:bodyPr/>
            <a:lstStyle/>
            <a:p>
              <a:endParaRPr lang="en-GB"/>
            </a:p>
          </p:txBody>
        </p:sp>
        <p:sp>
          <p:nvSpPr>
            <p:cNvPr id="441375" name="Rectangle 31"/>
            <p:cNvSpPr>
              <a:spLocks noChangeArrowheads="1"/>
            </p:cNvSpPr>
            <p:nvPr/>
          </p:nvSpPr>
          <p:spPr bwMode="auto">
            <a:xfrm>
              <a:off x="5779045" y="3181991"/>
              <a:ext cx="387928" cy="582211"/>
            </a:xfrm>
            <a:prstGeom prst="rect">
              <a:avLst/>
            </a:prstGeom>
            <a:noFill/>
            <a:ln w="12700">
              <a:noFill/>
              <a:miter lim="800000"/>
              <a:headEnd/>
              <a:tailEnd/>
            </a:ln>
            <a:effectLst/>
          </p:spPr>
          <p:txBody>
            <a:bodyPr wrap="none" lIns="90488" tIns="44450" rIns="90488" bIns="44450">
              <a:spAutoFit/>
            </a:bodyPr>
            <a:lstStyle/>
            <a:p>
              <a:pPr>
                <a:spcBef>
                  <a:spcPct val="0"/>
                </a:spcBef>
              </a:pPr>
              <a:r>
                <a:rPr lang="en-GB" sz="3200" b="1" dirty="0">
                  <a:latin typeface="Times New Roman" pitchFamily="18" charset="0"/>
                </a:rPr>
                <a:t>*</a:t>
              </a:r>
              <a:endParaRPr lang="en-GB" sz="2000" b="1" dirty="0">
                <a:latin typeface="Times New Roman" pitchFamily="18" charset="0"/>
              </a:endParaRPr>
            </a:p>
          </p:txBody>
        </p:sp>
      </p:grpSp>
      <p:grpSp>
        <p:nvGrpSpPr>
          <p:cNvPr id="28" name="Group 27">
            <a:extLst>
              <a:ext uri="{FF2B5EF4-FFF2-40B4-BE49-F238E27FC236}">
                <a16:creationId xmlns:a16="http://schemas.microsoft.com/office/drawing/2014/main" id="{AA6A2128-5BE4-47C1-83F1-F2B5EB353C09}"/>
              </a:ext>
            </a:extLst>
          </p:cNvPr>
          <p:cNvGrpSpPr/>
          <p:nvPr/>
        </p:nvGrpSpPr>
        <p:grpSpPr>
          <a:xfrm>
            <a:off x="1704472" y="5108040"/>
            <a:ext cx="6874082" cy="1171426"/>
            <a:chOff x="1765093" y="2978344"/>
            <a:chExt cx="6874082" cy="1171426"/>
          </a:xfrm>
        </p:grpSpPr>
        <p:pic>
          <p:nvPicPr>
            <p:cNvPr id="29" name="Picture 28">
              <a:extLst>
                <a:ext uri="{FF2B5EF4-FFF2-40B4-BE49-F238E27FC236}">
                  <a16:creationId xmlns:a16="http://schemas.microsoft.com/office/drawing/2014/main" id="{D61B324A-3ACA-45FC-B0B3-0AADB5500594}"/>
                </a:ext>
              </a:extLst>
            </p:cNvPr>
            <p:cNvPicPr>
              <a:picLocks noChangeAspect="1"/>
            </p:cNvPicPr>
            <p:nvPr/>
          </p:nvPicPr>
          <p:blipFill>
            <a:blip r:embed="rId3"/>
            <a:stretch>
              <a:fillRect/>
            </a:stretch>
          </p:blipFill>
          <p:spPr>
            <a:xfrm>
              <a:off x="1765093" y="2978344"/>
              <a:ext cx="6874082" cy="1171426"/>
            </a:xfrm>
            <a:prstGeom prst="rect">
              <a:avLst/>
            </a:prstGeom>
          </p:spPr>
        </p:pic>
        <p:sp>
          <p:nvSpPr>
            <p:cNvPr id="30" name="Line 30">
              <a:extLst>
                <a:ext uri="{FF2B5EF4-FFF2-40B4-BE49-F238E27FC236}">
                  <a16:creationId xmlns:a16="http://schemas.microsoft.com/office/drawing/2014/main" id="{8CC22413-2D46-4F66-9BA8-25B78608D5DB}"/>
                </a:ext>
              </a:extLst>
            </p:cNvPr>
            <p:cNvSpPr>
              <a:spLocks noChangeShapeType="1"/>
            </p:cNvSpPr>
            <p:nvPr/>
          </p:nvSpPr>
          <p:spPr bwMode="auto">
            <a:xfrm>
              <a:off x="4258492" y="3596240"/>
              <a:ext cx="1874568" cy="0"/>
            </a:xfrm>
            <a:prstGeom prst="line">
              <a:avLst/>
            </a:prstGeom>
            <a:noFill/>
            <a:ln w="28575">
              <a:solidFill>
                <a:schemeClr val="tx1"/>
              </a:solidFill>
              <a:round/>
              <a:headEnd type="none" w="sm" len="sm"/>
              <a:tailEnd type="none" w="sm" len="sm"/>
            </a:ln>
            <a:effectLst/>
          </p:spPr>
          <p:txBody>
            <a:bodyPr/>
            <a:lstStyle/>
            <a:p>
              <a:endParaRPr lang="en-GB"/>
            </a:p>
          </p:txBody>
        </p:sp>
        <p:sp>
          <p:nvSpPr>
            <p:cNvPr id="31" name="Rectangle 31">
              <a:extLst>
                <a:ext uri="{FF2B5EF4-FFF2-40B4-BE49-F238E27FC236}">
                  <a16:creationId xmlns:a16="http://schemas.microsoft.com/office/drawing/2014/main" id="{7D5A46CB-EA61-4E3F-8C28-79EB8F040F52}"/>
                </a:ext>
              </a:extLst>
            </p:cNvPr>
            <p:cNvSpPr>
              <a:spLocks noChangeArrowheads="1"/>
            </p:cNvSpPr>
            <p:nvPr/>
          </p:nvSpPr>
          <p:spPr bwMode="auto">
            <a:xfrm>
              <a:off x="5543007" y="3181991"/>
              <a:ext cx="793785" cy="397545"/>
            </a:xfrm>
            <a:prstGeom prst="rect">
              <a:avLst/>
            </a:prstGeom>
            <a:noFill/>
            <a:ln w="12700">
              <a:noFill/>
              <a:miter lim="800000"/>
              <a:headEnd/>
              <a:tailEnd/>
            </a:ln>
            <a:effectLst/>
          </p:spPr>
          <p:txBody>
            <a:bodyPr wrap="square" lIns="90488" tIns="44450" rIns="90488" bIns="44450">
              <a:spAutoFit/>
            </a:bodyPr>
            <a:lstStyle/>
            <a:p>
              <a:pPr>
                <a:spcBef>
                  <a:spcPct val="0"/>
                </a:spcBef>
              </a:pPr>
              <a:r>
                <a:rPr lang="en-GB" sz="2000" b="1" dirty="0">
                  <a:latin typeface="Times New Roman" pitchFamily="18" charset="0"/>
                </a:rPr>
                <a:t>1..3</a:t>
              </a:r>
              <a:endParaRPr lang="en-GB" b="1" dirty="0">
                <a:latin typeface="Times New Roman" pitchFamily="18" charset="0"/>
              </a:endParaRPr>
            </a:p>
          </p:txBody>
        </p:sp>
      </p:grpSp>
      <p:sp>
        <p:nvSpPr>
          <p:cNvPr id="2" name="Speech Bubble: Rectangle with Corners Rounded 1">
            <a:extLst>
              <a:ext uri="{FF2B5EF4-FFF2-40B4-BE49-F238E27FC236}">
                <a16:creationId xmlns:a16="http://schemas.microsoft.com/office/drawing/2014/main" id="{41BB10F0-A2FC-09FA-8EA4-1D59E9BAA83E}"/>
              </a:ext>
            </a:extLst>
          </p:cNvPr>
          <p:cNvSpPr/>
          <p:nvPr/>
        </p:nvSpPr>
        <p:spPr>
          <a:xfrm>
            <a:off x="8815756" y="3353667"/>
            <a:ext cx="2649415" cy="827447"/>
          </a:xfrm>
          <a:prstGeom prst="wedgeRoundRectCallout">
            <a:avLst>
              <a:gd name="adj1" fmla="val -56674"/>
              <a:gd name="adj2" fmla="val 8227"/>
              <a:gd name="adj3" fmla="val 16667"/>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GB" dirty="0"/>
              <a:t>customer can have zero to many accounts</a:t>
            </a:r>
          </a:p>
        </p:txBody>
      </p:sp>
      <p:sp>
        <p:nvSpPr>
          <p:cNvPr id="3" name="Speech Bubble: Rectangle with Corners Rounded 2">
            <a:extLst>
              <a:ext uri="{FF2B5EF4-FFF2-40B4-BE49-F238E27FC236}">
                <a16:creationId xmlns:a16="http://schemas.microsoft.com/office/drawing/2014/main" id="{787F9910-1CEA-37BD-5E73-E35CE1A417FF}"/>
              </a:ext>
            </a:extLst>
          </p:cNvPr>
          <p:cNvSpPr/>
          <p:nvPr/>
        </p:nvSpPr>
        <p:spPr>
          <a:xfrm>
            <a:off x="8813947" y="5096735"/>
            <a:ext cx="2649415" cy="827447"/>
          </a:xfrm>
          <a:prstGeom prst="wedgeRoundRectCallout">
            <a:avLst>
              <a:gd name="adj1" fmla="val -56674"/>
              <a:gd name="adj2" fmla="val 8227"/>
              <a:gd name="adj3" fmla="val 16667"/>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GB" dirty="0"/>
              <a:t>Use numbers to restrict creating of </a:t>
            </a:r>
            <a:r>
              <a:rPr lang="en-GB" dirty="0" err="1"/>
              <a:t>BankAccounts</a:t>
            </a:r>
            <a:endParaRPr lang="en-GB" dirty="0"/>
          </a:p>
        </p:txBody>
      </p:sp>
    </p:spTree>
    <p:extLst>
      <p:ext uri="{BB962C8B-B14F-4D97-AF65-F5344CB8AC3E}">
        <p14:creationId xmlns:p14="http://schemas.microsoft.com/office/powerpoint/2010/main" val="1395582012"/>
      </p:ext>
    </p:extLst>
  </p:cSld>
  <p:clrMapOvr>
    <a:masterClrMapping/>
  </p:clrMapOvr>
  <p:transition spd="slow"/>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1350" name="Rectangle 6"/>
          <p:cNvSpPr>
            <a:spLocks noGrp="1" noChangeArrowheads="1"/>
          </p:cNvSpPr>
          <p:nvPr>
            <p:ph type="title"/>
          </p:nvPr>
        </p:nvSpPr>
        <p:spPr>
          <a:xfrm>
            <a:off x="414000" y="684101"/>
            <a:ext cx="10989874" cy="626400"/>
          </a:xfrm>
        </p:spPr>
        <p:txBody>
          <a:bodyPr>
            <a:normAutofit fontScale="90000"/>
          </a:bodyPr>
          <a:lstStyle/>
          <a:p>
            <a:r>
              <a:rPr lang="en-GB" dirty="0"/>
              <a:t>Composition – Delegation of work to other objects</a:t>
            </a:r>
          </a:p>
        </p:txBody>
      </p:sp>
      <p:grpSp>
        <p:nvGrpSpPr>
          <p:cNvPr id="9" name="Group 8">
            <a:extLst>
              <a:ext uri="{FF2B5EF4-FFF2-40B4-BE49-F238E27FC236}">
                <a16:creationId xmlns:a16="http://schemas.microsoft.com/office/drawing/2014/main" id="{25FFDC40-0621-40E1-AECD-3ADA279BF1D7}"/>
              </a:ext>
            </a:extLst>
          </p:cNvPr>
          <p:cNvGrpSpPr/>
          <p:nvPr/>
        </p:nvGrpSpPr>
        <p:grpSpPr>
          <a:xfrm>
            <a:off x="1934912" y="1946372"/>
            <a:ext cx="6907557" cy="4198068"/>
            <a:chOff x="1934912" y="2272945"/>
            <a:chExt cx="6907557" cy="4198068"/>
          </a:xfrm>
        </p:grpSpPr>
        <p:sp>
          <p:nvSpPr>
            <p:cNvPr id="441351" name="Rectangle 7"/>
            <p:cNvSpPr>
              <a:spLocks noChangeArrowheads="1"/>
            </p:cNvSpPr>
            <p:nvPr/>
          </p:nvSpPr>
          <p:spPr bwMode="auto">
            <a:xfrm>
              <a:off x="7720192" y="3376964"/>
              <a:ext cx="310984" cy="397545"/>
            </a:xfrm>
            <a:prstGeom prst="rect">
              <a:avLst/>
            </a:prstGeom>
            <a:noFill/>
            <a:ln w="12700">
              <a:noFill/>
              <a:miter lim="800000"/>
              <a:headEnd/>
              <a:tailEnd/>
            </a:ln>
            <a:effectLst/>
          </p:spPr>
          <p:txBody>
            <a:bodyPr wrap="none" lIns="90488" tIns="44450" rIns="90488" bIns="44450">
              <a:spAutoFit/>
            </a:bodyPr>
            <a:lstStyle/>
            <a:p>
              <a:pPr>
                <a:spcBef>
                  <a:spcPct val="0"/>
                </a:spcBef>
              </a:pPr>
              <a:r>
                <a:rPr lang="en-GB" sz="2000" b="1" dirty="0">
                  <a:latin typeface="Times New Roman" pitchFamily="18" charset="0"/>
                </a:rPr>
                <a:t>1</a:t>
              </a:r>
            </a:p>
          </p:txBody>
        </p:sp>
        <p:sp>
          <p:nvSpPr>
            <p:cNvPr id="441352" name="Rectangle 8"/>
            <p:cNvSpPr>
              <a:spLocks noChangeArrowheads="1"/>
            </p:cNvSpPr>
            <p:nvPr/>
          </p:nvSpPr>
          <p:spPr bwMode="auto">
            <a:xfrm>
              <a:off x="7667940" y="4598906"/>
              <a:ext cx="567464" cy="397545"/>
            </a:xfrm>
            <a:prstGeom prst="rect">
              <a:avLst/>
            </a:prstGeom>
            <a:noFill/>
            <a:ln w="12700">
              <a:noFill/>
              <a:miter lim="800000"/>
              <a:headEnd/>
              <a:tailEnd/>
            </a:ln>
            <a:effectLst/>
          </p:spPr>
          <p:txBody>
            <a:bodyPr wrap="none" lIns="90488" tIns="44450" rIns="90488" bIns="44450">
              <a:spAutoFit/>
            </a:bodyPr>
            <a:lstStyle/>
            <a:p>
              <a:pPr>
                <a:spcBef>
                  <a:spcPct val="0"/>
                </a:spcBef>
              </a:pPr>
              <a:r>
                <a:rPr lang="en-GB" sz="2000" b="1" dirty="0">
                  <a:latin typeface="Times New Roman" pitchFamily="18" charset="0"/>
                </a:rPr>
                <a:t>1..*</a:t>
              </a:r>
            </a:p>
          </p:txBody>
        </p:sp>
        <p:sp>
          <p:nvSpPr>
            <p:cNvPr id="441362" name="Rectangle 18"/>
            <p:cNvSpPr>
              <a:spLocks noChangeArrowheads="1"/>
            </p:cNvSpPr>
            <p:nvPr/>
          </p:nvSpPr>
          <p:spPr bwMode="auto">
            <a:xfrm>
              <a:off x="5325710" y="4132772"/>
              <a:ext cx="2024594" cy="335989"/>
            </a:xfrm>
            <a:prstGeom prst="rect">
              <a:avLst/>
            </a:prstGeom>
            <a:noFill/>
            <a:ln w="12700">
              <a:noFill/>
              <a:miter lim="800000"/>
              <a:headEnd/>
              <a:tailEnd/>
            </a:ln>
            <a:effectLst/>
          </p:spPr>
          <p:txBody>
            <a:bodyPr wrap="none" lIns="90488" tIns="44450" rIns="90488" bIns="44450">
              <a:spAutoFit/>
            </a:bodyPr>
            <a:lstStyle/>
            <a:p>
              <a:pPr algn="r" defTabSz="739775">
                <a:spcBef>
                  <a:spcPct val="0"/>
                </a:spcBef>
              </a:pPr>
              <a:r>
                <a:rPr lang="en-GB" sz="1600" b="1" dirty="0" err="1"/>
                <a:t>ConvertCurrency</a:t>
              </a:r>
              <a:endParaRPr lang="en-GB" sz="1600" b="1" dirty="0"/>
            </a:p>
          </p:txBody>
        </p:sp>
        <p:sp>
          <p:nvSpPr>
            <p:cNvPr id="441364" name="Line 20"/>
            <p:cNvSpPr>
              <a:spLocks noChangeShapeType="1"/>
            </p:cNvSpPr>
            <p:nvPr/>
          </p:nvSpPr>
          <p:spPr bwMode="auto">
            <a:xfrm>
              <a:off x="7313792" y="3924808"/>
              <a:ext cx="0" cy="749300"/>
            </a:xfrm>
            <a:prstGeom prst="line">
              <a:avLst/>
            </a:prstGeom>
            <a:noFill/>
            <a:ln w="12700">
              <a:solidFill>
                <a:schemeClr val="tx1"/>
              </a:solidFill>
              <a:round/>
              <a:headEnd/>
              <a:tailEnd type="triangle" w="med" len="med"/>
            </a:ln>
            <a:effectLst/>
          </p:spPr>
          <p:txBody>
            <a:bodyPr wrap="none" anchor="ctr"/>
            <a:lstStyle/>
            <a:p>
              <a:endParaRPr lang="en-GB"/>
            </a:p>
          </p:txBody>
        </p:sp>
        <p:grpSp>
          <p:nvGrpSpPr>
            <p:cNvPr id="29" name="Group 28">
              <a:extLst>
                <a:ext uri="{FF2B5EF4-FFF2-40B4-BE49-F238E27FC236}">
                  <a16:creationId xmlns:a16="http://schemas.microsoft.com/office/drawing/2014/main" id="{E4D1DF3D-1DF5-4C4A-B866-873167D69D3F}"/>
                </a:ext>
              </a:extLst>
            </p:cNvPr>
            <p:cNvGrpSpPr/>
            <p:nvPr/>
          </p:nvGrpSpPr>
          <p:grpSpPr>
            <a:xfrm>
              <a:off x="1934912" y="2272945"/>
              <a:ext cx="6874082" cy="1171426"/>
              <a:chOff x="1765093" y="2978344"/>
              <a:chExt cx="6874082" cy="1171426"/>
            </a:xfrm>
          </p:grpSpPr>
          <p:pic>
            <p:nvPicPr>
              <p:cNvPr id="30" name="Picture 29">
                <a:extLst>
                  <a:ext uri="{FF2B5EF4-FFF2-40B4-BE49-F238E27FC236}">
                    <a16:creationId xmlns:a16="http://schemas.microsoft.com/office/drawing/2014/main" id="{6FEDCD32-9920-46DD-8E91-8030DF237938}"/>
                  </a:ext>
                </a:extLst>
              </p:cNvPr>
              <p:cNvPicPr>
                <a:picLocks noChangeAspect="1"/>
              </p:cNvPicPr>
              <p:nvPr/>
            </p:nvPicPr>
            <p:blipFill>
              <a:blip r:embed="rId3"/>
              <a:stretch>
                <a:fillRect/>
              </a:stretch>
            </p:blipFill>
            <p:spPr>
              <a:xfrm>
                <a:off x="1765093" y="2978344"/>
                <a:ext cx="6874082" cy="1171426"/>
              </a:xfrm>
              <a:prstGeom prst="rect">
                <a:avLst/>
              </a:prstGeom>
            </p:spPr>
          </p:pic>
          <p:sp>
            <p:nvSpPr>
              <p:cNvPr id="31" name="Line 30">
                <a:extLst>
                  <a:ext uri="{FF2B5EF4-FFF2-40B4-BE49-F238E27FC236}">
                    <a16:creationId xmlns:a16="http://schemas.microsoft.com/office/drawing/2014/main" id="{12029B13-CB3F-4783-91D8-61D7D9ACB054}"/>
                  </a:ext>
                </a:extLst>
              </p:cNvPr>
              <p:cNvSpPr>
                <a:spLocks noChangeShapeType="1"/>
              </p:cNvSpPr>
              <p:nvPr/>
            </p:nvSpPr>
            <p:spPr bwMode="auto">
              <a:xfrm>
                <a:off x="4258492" y="3596240"/>
                <a:ext cx="1874568" cy="0"/>
              </a:xfrm>
              <a:prstGeom prst="line">
                <a:avLst/>
              </a:prstGeom>
              <a:noFill/>
              <a:ln w="28575">
                <a:solidFill>
                  <a:schemeClr val="tx1"/>
                </a:solidFill>
                <a:round/>
                <a:headEnd type="none" w="sm" len="sm"/>
                <a:tailEnd type="none" w="sm" len="sm"/>
              </a:ln>
              <a:effectLst/>
            </p:spPr>
            <p:txBody>
              <a:bodyPr/>
              <a:lstStyle/>
              <a:p>
                <a:endParaRPr lang="en-GB"/>
              </a:p>
            </p:txBody>
          </p:sp>
          <p:sp>
            <p:nvSpPr>
              <p:cNvPr id="32" name="Rectangle 31">
                <a:extLst>
                  <a:ext uri="{FF2B5EF4-FFF2-40B4-BE49-F238E27FC236}">
                    <a16:creationId xmlns:a16="http://schemas.microsoft.com/office/drawing/2014/main" id="{E8B2539A-4500-4AB4-934F-2BB58D71B875}"/>
                  </a:ext>
                </a:extLst>
              </p:cNvPr>
              <p:cNvSpPr>
                <a:spLocks noChangeArrowheads="1"/>
              </p:cNvSpPr>
              <p:nvPr/>
            </p:nvSpPr>
            <p:spPr bwMode="auto">
              <a:xfrm>
                <a:off x="5779045" y="3181991"/>
                <a:ext cx="387928" cy="582211"/>
              </a:xfrm>
              <a:prstGeom prst="rect">
                <a:avLst/>
              </a:prstGeom>
              <a:noFill/>
              <a:ln w="12700">
                <a:noFill/>
                <a:miter lim="800000"/>
                <a:headEnd/>
                <a:tailEnd/>
              </a:ln>
              <a:effectLst/>
            </p:spPr>
            <p:txBody>
              <a:bodyPr wrap="none" lIns="90488" tIns="44450" rIns="90488" bIns="44450">
                <a:spAutoFit/>
              </a:bodyPr>
              <a:lstStyle/>
              <a:p>
                <a:pPr>
                  <a:spcBef>
                    <a:spcPct val="0"/>
                  </a:spcBef>
                </a:pPr>
                <a:r>
                  <a:rPr lang="en-GB" sz="3200" b="1" dirty="0">
                    <a:latin typeface="Times New Roman" pitchFamily="18" charset="0"/>
                  </a:rPr>
                  <a:t>*</a:t>
                </a:r>
                <a:endParaRPr lang="en-GB" sz="2000" b="1" dirty="0">
                  <a:latin typeface="Times New Roman" pitchFamily="18" charset="0"/>
                </a:endParaRPr>
              </a:p>
            </p:txBody>
          </p:sp>
        </p:grpSp>
        <p:pic>
          <p:nvPicPr>
            <p:cNvPr id="7" name="Picture 6">
              <a:extLst>
                <a:ext uri="{FF2B5EF4-FFF2-40B4-BE49-F238E27FC236}">
                  <a16:creationId xmlns:a16="http://schemas.microsoft.com/office/drawing/2014/main" id="{E1FA1FE9-CCF4-4A4A-A628-ABC85B6C8511}"/>
                </a:ext>
              </a:extLst>
            </p:cNvPr>
            <p:cNvPicPr>
              <a:picLocks noChangeAspect="1"/>
            </p:cNvPicPr>
            <p:nvPr/>
          </p:nvPicPr>
          <p:blipFill>
            <a:blip r:embed="rId4"/>
            <a:stretch>
              <a:fillRect/>
            </a:stretch>
          </p:blipFill>
          <p:spPr>
            <a:xfrm>
              <a:off x="6327869" y="4985113"/>
              <a:ext cx="2514600" cy="1485900"/>
            </a:xfrm>
            <a:prstGeom prst="rect">
              <a:avLst/>
            </a:prstGeom>
          </p:spPr>
        </p:pic>
        <p:sp>
          <p:nvSpPr>
            <p:cNvPr id="441353" name="Freeform 9"/>
            <p:cNvSpPr>
              <a:spLocks/>
            </p:cNvSpPr>
            <p:nvPr/>
          </p:nvSpPr>
          <p:spPr bwMode="auto">
            <a:xfrm>
              <a:off x="7437924" y="3378661"/>
              <a:ext cx="284160" cy="365796"/>
            </a:xfrm>
            <a:custGeom>
              <a:avLst/>
              <a:gdLst/>
              <a:ahLst/>
              <a:cxnLst>
                <a:cxn ang="0">
                  <a:pos x="96" y="312"/>
                </a:cxn>
                <a:cxn ang="0">
                  <a:pos x="192" y="156"/>
                </a:cxn>
                <a:cxn ang="0">
                  <a:pos x="96" y="0"/>
                </a:cxn>
                <a:cxn ang="0">
                  <a:pos x="0" y="156"/>
                </a:cxn>
                <a:cxn ang="0">
                  <a:pos x="96" y="312"/>
                </a:cxn>
              </a:cxnLst>
              <a:rect l="0" t="0" r="r" b="b"/>
              <a:pathLst>
                <a:path w="193" h="313">
                  <a:moveTo>
                    <a:pt x="96" y="312"/>
                  </a:moveTo>
                  <a:lnTo>
                    <a:pt x="192" y="156"/>
                  </a:lnTo>
                  <a:lnTo>
                    <a:pt x="96" y="0"/>
                  </a:lnTo>
                  <a:lnTo>
                    <a:pt x="0" y="156"/>
                  </a:lnTo>
                  <a:lnTo>
                    <a:pt x="96" y="312"/>
                  </a:lnTo>
                </a:path>
              </a:pathLst>
            </a:custGeom>
            <a:solidFill>
              <a:schemeClr val="bg1"/>
            </a:solidFill>
            <a:ln w="28575" cap="rnd" cmpd="sng">
              <a:solidFill>
                <a:schemeClr val="tx1"/>
              </a:solidFill>
              <a:prstDash val="solid"/>
              <a:round/>
              <a:headEnd type="none" w="med" len="med"/>
              <a:tailEnd type="none" w="med" len="med"/>
            </a:ln>
            <a:effectLst/>
          </p:spPr>
          <p:txBody>
            <a:bodyPr/>
            <a:lstStyle/>
            <a:p>
              <a:endParaRPr lang="en-GB"/>
            </a:p>
          </p:txBody>
        </p:sp>
        <p:sp>
          <p:nvSpPr>
            <p:cNvPr id="441363" name="Line 19"/>
            <p:cNvSpPr>
              <a:spLocks noChangeShapeType="1"/>
            </p:cNvSpPr>
            <p:nvPr/>
          </p:nvSpPr>
          <p:spPr bwMode="auto">
            <a:xfrm>
              <a:off x="7579211" y="3733080"/>
              <a:ext cx="0" cy="1358900"/>
            </a:xfrm>
            <a:prstGeom prst="line">
              <a:avLst/>
            </a:prstGeom>
            <a:noFill/>
            <a:ln w="28575">
              <a:solidFill>
                <a:schemeClr val="tx1"/>
              </a:solidFill>
              <a:round/>
              <a:headEnd/>
              <a:tailEnd/>
            </a:ln>
            <a:effectLst/>
          </p:spPr>
          <p:txBody>
            <a:bodyPr wrap="none" anchor="ctr"/>
            <a:lstStyle/>
            <a:p>
              <a:endParaRPr lang="en-GB"/>
            </a:p>
          </p:txBody>
        </p:sp>
      </p:grpSp>
      <p:sp>
        <p:nvSpPr>
          <p:cNvPr id="3" name="TextBox 2">
            <a:extLst>
              <a:ext uri="{FF2B5EF4-FFF2-40B4-BE49-F238E27FC236}">
                <a16:creationId xmlns:a16="http://schemas.microsoft.com/office/drawing/2014/main" id="{58390094-7C89-05CB-AC6B-4ECECB8CECD4}"/>
              </a:ext>
            </a:extLst>
          </p:cNvPr>
          <p:cNvSpPr txBox="1"/>
          <p:nvPr/>
        </p:nvSpPr>
        <p:spPr>
          <a:xfrm>
            <a:off x="272402" y="4476646"/>
            <a:ext cx="5636535" cy="707886"/>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wrap="square">
            <a:spAutoFit/>
          </a:bodyPr>
          <a:lstStyle/>
          <a:p>
            <a:pPr algn="ctr"/>
            <a:r>
              <a:rPr lang="en-GB" sz="2000" dirty="0"/>
              <a:t>The part </a:t>
            </a:r>
            <a:r>
              <a:rPr lang="en-GB" sz="2000" b="1" dirty="0"/>
              <a:t>cannot exist independently</a:t>
            </a:r>
            <a:r>
              <a:rPr lang="en-GB" sz="2000" dirty="0"/>
              <a:t> of the whole</a:t>
            </a:r>
            <a:br>
              <a:rPr lang="en-GB" sz="2000" dirty="0"/>
            </a:br>
            <a:r>
              <a:rPr lang="en-GB" sz="2000" dirty="0"/>
              <a:t>Transactions can't exist without a </a:t>
            </a:r>
            <a:r>
              <a:rPr lang="en-GB" sz="2000" dirty="0" err="1"/>
              <a:t>BankAccount</a:t>
            </a:r>
            <a:endParaRPr lang="en-GB" sz="2000" dirty="0"/>
          </a:p>
        </p:txBody>
      </p:sp>
    </p:spTree>
    <p:extLst>
      <p:ext uri="{BB962C8B-B14F-4D97-AF65-F5344CB8AC3E}">
        <p14:creationId xmlns:p14="http://schemas.microsoft.com/office/powerpoint/2010/main" val="2020655680"/>
      </p:ext>
    </p:extLst>
  </p:cSld>
  <p:clrMapOvr>
    <a:masterClrMapping/>
  </p:clrMapOvr>
  <p:transition spd="slow"/>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78FDE48-1A8E-1667-3005-41DAFAC3E256}"/>
              </a:ext>
            </a:extLst>
          </p:cNvPr>
          <p:cNvPicPr>
            <a:picLocks noChangeAspect="1"/>
          </p:cNvPicPr>
          <p:nvPr/>
        </p:nvPicPr>
        <p:blipFill>
          <a:blip r:embed="rId3"/>
          <a:stretch>
            <a:fillRect/>
          </a:stretch>
        </p:blipFill>
        <p:spPr>
          <a:xfrm>
            <a:off x="7668898" y="1593787"/>
            <a:ext cx="2310912" cy="1070052"/>
          </a:xfrm>
          <a:prstGeom prst="rect">
            <a:avLst/>
          </a:prstGeom>
        </p:spPr>
      </p:pic>
      <p:pic>
        <p:nvPicPr>
          <p:cNvPr id="10" name="Picture 9">
            <a:extLst>
              <a:ext uri="{FF2B5EF4-FFF2-40B4-BE49-F238E27FC236}">
                <a16:creationId xmlns:a16="http://schemas.microsoft.com/office/drawing/2014/main" id="{39A57DB5-CF15-A14F-99F5-EF7794FFF6C2}"/>
              </a:ext>
            </a:extLst>
          </p:cNvPr>
          <p:cNvPicPr>
            <a:picLocks noChangeAspect="1"/>
          </p:cNvPicPr>
          <p:nvPr/>
        </p:nvPicPr>
        <p:blipFill>
          <a:blip r:embed="rId4"/>
          <a:stretch>
            <a:fillRect/>
          </a:stretch>
        </p:blipFill>
        <p:spPr>
          <a:xfrm>
            <a:off x="7668897" y="2844646"/>
            <a:ext cx="2310913" cy="1015344"/>
          </a:xfrm>
          <a:prstGeom prst="rect">
            <a:avLst/>
          </a:prstGeom>
        </p:spPr>
      </p:pic>
      <p:pic>
        <p:nvPicPr>
          <p:cNvPr id="14" name="Picture 13">
            <a:extLst>
              <a:ext uri="{FF2B5EF4-FFF2-40B4-BE49-F238E27FC236}">
                <a16:creationId xmlns:a16="http://schemas.microsoft.com/office/drawing/2014/main" id="{C76AB805-E27E-793D-6229-EA7B114E86AF}"/>
              </a:ext>
            </a:extLst>
          </p:cNvPr>
          <p:cNvPicPr>
            <a:picLocks noChangeAspect="1"/>
          </p:cNvPicPr>
          <p:nvPr/>
        </p:nvPicPr>
        <p:blipFill>
          <a:blip r:embed="rId5"/>
          <a:stretch>
            <a:fillRect/>
          </a:stretch>
        </p:blipFill>
        <p:spPr>
          <a:xfrm>
            <a:off x="7668897" y="3957180"/>
            <a:ext cx="2310913" cy="1015344"/>
          </a:xfrm>
          <a:prstGeom prst="rect">
            <a:avLst/>
          </a:prstGeom>
        </p:spPr>
      </p:pic>
      <p:pic>
        <p:nvPicPr>
          <p:cNvPr id="18" name="Picture 17">
            <a:extLst>
              <a:ext uri="{FF2B5EF4-FFF2-40B4-BE49-F238E27FC236}">
                <a16:creationId xmlns:a16="http://schemas.microsoft.com/office/drawing/2014/main" id="{8662006F-3D70-F183-BB47-7830A6C60DF5}"/>
              </a:ext>
            </a:extLst>
          </p:cNvPr>
          <p:cNvPicPr>
            <a:picLocks noChangeAspect="1"/>
          </p:cNvPicPr>
          <p:nvPr/>
        </p:nvPicPr>
        <p:blipFill>
          <a:blip r:embed="rId6"/>
          <a:stretch>
            <a:fillRect/>
          </a:stretch>
        </p:blipFill>
        <p:spPr>
          <a:xfrm>
            <a:off x="7668897" y="5182271"/>
            <a:ext cx="2310913" cy="1015342"/>
          </a:xfrm>
          <a:prstGeom prst="rect">
            <a:avLst/>
          </a:prstGeom>
        </p:spPr>
      </p:pic>
      <p:pic>
        <p:nvPicPr>
          <p:cNvPr id="12" name="Picture 11">
            <a:extLst>
              <a:ext uri="{FF2B5EF4-FFF2-40B4-BE49-F238E27FC236}">
                <a16:creationId xmlns:a16="http://schemas.microsoft.com/office/drawing/2014/main" id="{DD638AF1-CA8D-77F8-859D-9F119E094787}"/>
              </a:ext>
            </a:extLst>
          </p:cNvPr>
          <p:cNvPicPr>
            <a:picLocks noChangeAspect="1"/>
          </p:cNvPicPr>
          <p:nvPr/>
        </p:nvPicPr>
        <p:blipFill>
          <a:blip r:embed="rId7"/>
          <a:stretch>
            <a:fillRect/>
          </a:stretch>
        </p:blipFill>
        <p:spPr>
          <a:xfrm>
            <a:off x="2037717" y="4003450"/>
            <a:ext cx="2326206" cy="1037670"/>
          </a:xfrm>
          <a:prstGeom prst="rect">
            <a:avLst/>
          </a:prstGeom>
        </p:spPr>
      </p:pic>
      <p:pic>
        <p:nvPicPr>
          <p:cNvPr id="8" name="Picture 7">
            <a:extLst>
              <a:ext uri="{FF2B5EF4-FFF2-40B4-BE49-F238E27FC236}">
                <a16:creationId xmlns:a16="http://schemas.microsoft.com/office/drawing/2014/main" id="{73515C6A-01EA-FE68-5B42-1866831206FC}"/>
              </a:ext>
            </a:extLst>
          </p:cNvPr>
          <p:cNvPicPr>
            <a:picLocks noChangeAspect="1"/>
          </p:cNvPicPr>
          <p:nvPr/>
        </p:nvPicPr>
        <p:blipFill>
          <a:blip r:embed="rId8"/>
          <a:stretch>
            <a:fillRect/>
          </a:stretch>
        </p:blipFill>
        <p:spPr>
          <a:xfrm>
            <a:off x="2012317" y="2811506"/>
            <a:ext cx="2351606" cy="1049001"/>
          </a:xfrm>
          <a:prstGeom prst="rect">
            <a:avLst/>
          </a:prstGeom>
        </p:spPr>
      </p:pic>
      <p:pic>
        <p:nvPicPr>
          <p:cNvPr id="4" name="Picture 3">
            <a:extLst>
              <a:ext uri="{FF2B5EF4-FFF2-40B4-BE49-F238E27FC236}">
                <a16:creationId xmlns:a16="http://schemas.microsoft.com/office/drawing/2014/main" id="{3F0B2C73-E556-7604-B41B-689127D68E56}"/>
              </a:ext>
            </a:extLst>
          </p:cNvPr>
          <p:cNvPicPr>
            <a:picLocks noChangeAspect="1"/>
          </p:cNvPicPr>
          <p:nvPr/>
        </p:nvPicPr>
        <p:blipFill>
          <a:blip r:embed="rId9"/>
          <a:stretch>
            <a:fillRect/>
          </a:stretch>
        </p:blipFill>
        <p:spPr>
          <a:xfrm>
            <a:off x="1975616" y="1565802"/>
            <a:ext cx="2388307" cy="1065372"/>
          </a:xfrm>
          <a:prstGeom prst="rect">
            <a:avLst/>
          </a:prstGeom>
        </p:spPr>
      </p:pic>
      <p:sp>
        <p:nvSpPr>
          <p:cNvPr id="443394" name="Rectangle 2"/>
          <p:cNvSpPr>
            <a:spLocks noChangeArrowheads="1"/>
          </p:cNvSpPr>
          <p:nvPr/>
        </p:nvSpPr>
        <p:spPr bwMode="auto">
          <a:xfrm>
            <a:off x="2227263" y="6248400"/>
            <a:ext cx="1898650" cy="457200"/>
          </a:xfrm>
          <a:prstGeom prst="rect">
            <a:avLst/>
          </a:prstGeom>
          <a:noFill/>
          <a:ln w="12700">
            <a:noFill/>
            <a:miter lim="800000"/>
            <a:headEnd/>
            <a:tailEnd/>
          </a:ln>
          <a:effectLst/>
        </p:spPr>
        <p:txBody>
          <a:bodyPr wrap="none" anchor="ctr"/>
          <a:lstStyle/>
          <a:p>
            <a:pPr algn="ctr" defTabSz="739775">
              <a:spcBef>
                <a:spcPct val="0"/>
              </a:spcBef>
            </a:pPr>
            <a:endParaRPr lang="en-US"/>
          </a:p>
        </p:txBody>
      </p:sp>
      <p:sp>
        <p:nvSpPr>
          <p:cNvPr id="443395" name="Rectangle 3"/>
          <p:cNvSpPr>
            <a:spLocks noChangeArrowheads="1"/>
          </p:cNvSpPr>
          <p:nvPr/>
        </p:nvSpPr>
        <p:spPr bwMode="auto">
          <a:xfrm>
            <a:off x="4441278" y="6248400"/>
            <a:ext cx="2813050" cy="457200"/>
          </a:xfrm>
          <a:prstGeom prst="rect">
            <a:avLst/>
          </a:prstGeom>
          <a:noFill/>
          <a:ln w="12700">
            <a:noFill/>
            <a:miter lim="800000"/>
            <a:headEnd/>
            <a:tailEnd/>
          </a:ln>
          <a:effectLst/>
        </p:spPr>
        <p:txBody>
          <a:bodyPr wrap="none" anchor="ctr"/>
          <a:lstStyle/>
          <a:p>
            <a:pPr algn="ctr" defTabSz="739775">
              <a:spcBef>
                <a:spcPct val="0"/>
              </a:spcBef>
            </a:pPr>
            <a:endParaRPr lang="en-US"/>
          </a:p>
        </p:txBody>
      </p:sp>
      <p:sp>
        <p:nvSpPr>
          <p:cNvPr id="443396" name="Rectangle 4"/>
          <p:cNvSpPr>
            <a:spLocks noChangeArrowheads="1"/>
          </p:cNvSpPr>
          <p:nvPr/>
        </p:nvSpPr>
        <p:spPr bwMode="auto">
          <a:xfrm>
            <a:off x="2227263" y="6248400"/>
            <a:ext cx="1898650" cy="457200"/>
          </a:xfrm>
          <a:prstGeom prst="rect">
            <a:avLst/>
          </a:prstGeom>
          <a:noFill/>
          <a:ln w="12700">
            <a:noFill/>
            <a:miter lim="800000"/>
            <a:headEnd/>
            <a:tailEnd/>
          </a:ln>
          <a:effectLst/>
        </p:spPr>
        <p:txBody>
          <a:bodyPr wrap="none" anchor="ctr"/>
          <a:lstStyle/>
          <a:p>
            <a:pPr algn="ctr" defTabSz="739775">
              <a:spcBef>
                <a:spcPct val="0"/>
              </a:spcBef>
            </a:pPr>
            <a:endParaRPr lang="en-US"/>
          </a:p>
        </p:txBody>
      </p:sp>
      <p:sp>
        <p:nvSpPr>
          <p:cNvPr id="443397" name="Rectangle 5"/>
          <p:cNvSpPr>
            <a:spLocks noChangeArrowheads="1"/>
          </p:cNvSpPr>
          <p:nvPr/>
        </p:nvSpPr>
        <p:spPr bwMode="auto">
          <a:xfrm>
            <a:off x="4441278" y="6248400"/>
            <a:ext cx="2813050" cy="457200"/>
          </a:xfrm>
          <a:prstGeom prst="rect">
            <a:avLst/>
          </a:prstGeom>
          <a:noFill/>
          <a:ln w="12700">
            <a:noFill/>
            <a:miter lim="800000"/>
            <a:headEnd/>
            <a:tailEnd/>
          </a:ln>
          <a:effectLst/>
        </p:spPr>
        <p:txBody>
          <a:bodyPr wrap="none" anchor="ctr"/>
          <a:lstStyle/>
          <a:p>
            <a:pPr algn="ctr" defTabSz="739775">
              <a:spcBef>
                <a:spcPct val="0"/>
              </a:spcBef>
            </a:pPr>
            <a:endParaRPr lang="en-US"/>
          </a:p>
        </p:txBody>
      </p:sp>
      <p:sp>
        <p:nvSpPr>
          <p:cNvPr id="443398" name="Rectangle 6"/>
          <p:cNvSpPr>
            <a:spLocks noChangeArrowheads="1"/>
          </p:cNvSpPr>
          <p:nvPr/>
        </p:nvSpPr>
        <p:spPr bwMode="auto">
          <a:xfrm>
            <a:off x="2209800" y="6248400"/>
            <a:ext cx="1905000" cy="457200"/>
          </a:xfrm>
          <a:prstGeom prst="rect">
            <a:avLst/>
          </a:prstGeom>
          <a:noFill/>
          <a:ln w="12700">
            <a:noFill/>
            <a:miter lim="800000"/>
            <a:headEnd/>
            <a:tailEnd/>
          </a:ln>
          <a:effectLst/>
        </p:spPr>
        <p:txBody>
          <a:bodyPr wrap="none" anchor="ctr"/>
          <a:lstStyle/>
          <a:p>
            <a:pPr algn="ctr" defTabSz="739775">
              <a:spcBef>
                <a:spcPct val="0"/>
              </a:spcBef>
            </a:pPr>
            <a:endParaRPr lang="en-US"/>
          </a:p>
        </p:txBody>
      </p:sp>
      <p:sp>
        <p:nvSpPr>
          <p:cNvPr id="443399" name="Rectangle 7"/>
          <p:cNvSpPr>
            <a:spLocks noChangeArrowheads="1"/>
          </p:cNvSpPr>
          <p:nvPr/>
        </p:nvSpPr>
        <p:spPr bwMode="auto">
          <a:xfrm>
            <a:off x="4400003" y="6248400"/>
            <a:ext cx="2895600" cy="457200"/>
          </a:xfrm>
          <a:prstGeom prst="rect">
            <a:avLst/>
          </a:prstGeom>
          <a:noFill/>
          <a:ln w="12700">
            <a:noFill/>
            <a:miter lim="800000"/>
            <a:headEnd/>
            <a:tailEnd/>
          </a:ln>
          <a:effectLst/>
        </p:spPr>
        <p:txBody>
          <a:bodyPr wrap="none" anchor="ctr"/>
          <a:lstStyle/>
          <a:p>
            <a:pPr algn="ctr" defTabSz="739775">
              <a:spcBef>
                <a:spcPct val="0"/>
              </a:spcBef>
            </a:pPr>
            <a:endParaRPr lang="en-US"/>
          </a:p>
        </p:txBody>
      </p:sp>
      <p:sp>
        <p:nvSpPr>
          <p:cNvPr id="443400" name="Rectangle 8"/>
          <p:cNvSpPr>
            <a:spLocks noGrp="1" noChangeArrowheads="1"/>
          </p:cNvSpPr>
          <p:nvPr>
            <p:ph type="title"/>
          </p:nvPr>
        </p:nvSpPr>
        <p:spPr>
          <a:xfrm>
            <a:off x="414000" y="370594"/>
            <a:ext cx="9126000" cy="626400"/>
          </a:xfrm>
        </p:spPr>
        <p:txBody>
          <a:bodyPr>
            <a:normAutofit fontScale="90000"/>
          </a:bodyPr>
          <a:lstStyle/>
          <a:p>
            <a:r>
              <a:rPr lang="en-GB" dirty="0"/>
              <a:t>Aggregation</a:t>
            </a:r>
          </a:p>
        </p:txBody>
      </p:sp>
      <p:sp>
        <p:nvSpPr>
          <p:cNvPr id="443405" name="Line 13"/>
          <p:cNvSpPr>
            <a:spLocks noChangeShapeType="1"/>
          </p:cNvSpPr>
          <p:nvPr/>
        </p:nvSpPr>
        <p:spPr bwMode="auto">
          <a:xfrm>
            <a:off x="4683126" y="2105025"/>
            <a:ext cx="3082925" cy="0"/>
          </a:xfrm>
          <a:prstGeom prst="line">
            <a:avLst/>
          </a:prstGeom>
          <a:noFill/>
          <a:ln w="38100">
            <a:solidFill>
              <a:schemeClr val="tx1"/>
            </a:solidFill>
            <a:round/>
            <a:headEnd/>
            <a:tailEnd/>
          </a:ln>
          <a:effectLst/>
        </p:spPr>
        <p:txBody>
          <a:bodyPr wrap="none" anchor="ctr"/>
          <a:lstStyle/>
          <a:p>
            <a:endParaRPr lang="en-GB"/>
          </a:p>
        </p:txBody>
      </p:sp>
      <p:sp>
        <p:nvSpPr>
          <p:cNvPr id="443406" name="Rectangle 14"/>
          <p:cNvSpPr>
            <a:spLocks noChangeArrowheads="1"/>
          </p:cNvSpPr>
          <p:nvPr/>
        </p:nvSpPr>
        <p:spPr bwMode="auto">
          <a:xfrm>
            <a:off x="7458075" y="1636714"/>
            <a:ext cx="310984" cy="397545"/>
          </a:xfrm>
          <a:prstGeom prst="rect">
            <a:avLst/>
          </a:prstGeom>
          <a:noFill/>
          <a:ln w="12700">
            <a:noFill/>
            <a:miter lim="800000"/>
            <a:headEnd/>
            <a:tailEnd/>
          </a:ln>
          <a:effectLst/>
        </p:spPr>
        <p:txBody>
          <a:bodyPr wrap="none" lIns="90488" tIns="44450" rIns="90488" bIns="44450">
            <a:spAutoFit/>
          </a:bodyPr>
          <a:lstStyle/>
          <a:p>
            <a:pPr>
              <a:spcBef>
                <a:spcPct val="0"/>
              </a:spcBef>
            </a:pPr>
            <a:r>
              <a:rPr lang="en-GB" sz="2000" b="1">
                <a:latin typeface="Times New Roman" pitchFamily="18" charset="0"/>
              </a:rPr>
              <a:t>*</a:t>
            </a:r>
          </a:p>
        </p:txBody>
      </p:sp>
      <p:sp>
        <p:nvSpPr>
          <p:cNvPr id="443407" name="Freeform 15"/>
          <p:cNvSpPr>
            <a:spLocks/>
          </p:cNvSpPr>
          <p:nvPr/>
        </p:nvSpPr>
        <p:spPr bwMode="auto">
          <a:xfrm>
            <a:off x="4259264" y="1952625"/>
            <a:ext cx="458787" cy="306388"/>
          </a:xfrm>
          <a:custGeom>
            <a:avLst/>
            <a:gdLst/>
            <a:ahLst/>
            <a:cxnLst>
              <a:cxn ang="0">
                <a:pos x="0" y="96"/>
              </a:cxn>
              <a:cxn ang="0">
                <a:pos x="156" y="192"/>
              </a:cxn>
              <a:cxn ang="0">
                <a:pos x="312" y="96"/>
              </a:cxn>
              <a:cxn ang="0">
                <a:pos x="156" y="0"/>
              </a:cxn>
              <a:cxn ang="0">
                <a:pos x="0" y="96"/>
              </a:cxn>
            </a:cxnLst>
            <a:rect l="0" t="0" r="r" b="b"/>
            <a:pathLst>
              <a:path w="313" h="193">
                <a:moveTo>
                  <a:pt x="0" y="96"/>
                </a:moveTo>
                <a:lnTo>
                  <a:pt x="156" y="192"/>
                </a:lnTo>
                <a:lnTo>
                  <a:pt x="312" y="96"/>
                </a:lnTo>
                <a:lnTo>
                  <a:pt x="156" y="0"/>
                </a:lnTo>
                <a:lnTo>
                  <a:pt x="0" y="96"/>
                </a:lnTo>
              </a:path>
            </a:pathLst>
          </a:custGeom>
          <a:solidFill>
            <a:schemeClr val="bg1"/>
          </a:solidFill>
          <a:ln w="38100" cap="rnd" cmpd="sng">
            <a:solidFill>
              <a:schemeClr val="tx1"/>
            </a:solidFill>
            <a:prstDash val="solid"/>
            <a:round/>
            <a:headEnd type="none" w="med" len="med"/>
            <a:tailEnd type="none" w="med" len="med"/>
          </a:ln>
          <a:effectLst/>
        </p:spPr>
        <p:txBody>
          <a:bodyPr/>
          <a:lstStyle/>
          <a:p>
            <a:endParaRPr lang="en-GB"/>
          </a:p>
        </p:txBody>
      </p:sp>
      <p:sp>
        <p:nvSpPr>
          <p:cNvPr id="443410" name="Text Box 18"/>
          <p:cNvSpPr txBox="1">
            <a:spLocks noChangeArrowheads="1"/>
          </p:cNvSpPr>
          <p:nvPr/>
        </p:nvSpPr>
        <p:spPr bwMode="auto">
          <a:xfrm>
            <a:off x="5243583" y="2220913"/>
            <a:ext cx="1867819" cy="369332"/>
          </a:xfrm>
          <a:prstGeom prst="rect">
            <a:avLst/>
          </a:prstGeom>
          <a:noFill/>
          <a:ln w="12700">
            <a:noFill/>
            <a:miter lim="800000"/>
            <a:headEnd type="none" w="sm" len="sm"/>
            <a:tailEnd type="none" w="sm" len="sm"/>
          </a:ln>
          <a:effectLst/>
        </p:spPr>
        <p:txBody>
          <a:bodyPr wrap="none">
            <a:spAutoFit/>
          </a:bodyPr>
          <a:lstStyle/>
          <a:p>
            <a:pPr defTabSz="739775">
              <a:spcBef>
                <a:spcPct val="0"/>
              </a:spcBef>
            </a:pPr>
            <a:r>
              <a:rPr lang="en-GB">
                <a:solidFill>
                  <a:srgbClr val="0000FF"/>
                </a:solidFill>
              </a:rPr>
              <a:t>create, archive</a:t>
            </a:r>
          </a:p>
        </p:txBody>
      </p:sp>
      <p:sp>
        <p:nvSpPr>
          <p:cNvPr id="443411" name="Line 19"/>
          <p:cNvSpPr>
            <a:spLocks noChangeShapeType="1"/>
          </p:cNvSpPr>
          <p:nvPr/>
        </p:nvSpPr>
        <p:spPr bwMode="auto">
          <a:xfrm>
            <a:off x="7136017" y="2400300"/>
            <a:ext cx="539750" cy="0"/>
          </a:xfrm>
          <a:prstGeom prst="line">
            <a:avLst/>
          </a:prstGeom>
          <a:noFill/>
          <a:ln w="28575">
            <a:solidFill>
              <a:srgbClr val="0000FF"/>
            </a:solidFill>
            <a:round/>
            <a:headEnd type="none" w="sm" len="sm"/>
            <a:tailEnd type="triangle" w="med" len="med"/>
          </a:ln>
          <a:effectLst/>
        </p:spPr>
        <p:txBody>
          <a:bodyPr/>
          <a:lstStyle/>
          <a:p>
            <a:endParaRPr lang="en-GB"/>
          </a:p>
        </p:txBody>
      </p:sp>
      <p:sp>
        <p:nvSpPr>
          <p:cNvPr id="443416" name="Line 24"/>
          <p:cNvSpPr>
            <a:spLocks noChangeShapeType="1"/>
          </p:cNvSpPr>
          <p:nvPr/>
        </p:nvSpPr>
        <p:spPr bwMode="auto">
          <a:xfrm>
            <a:off x="4718051" y="3324225"/>
            <a:ext cx="3082925" cy="0"/>
          </a:xfrm>
          <a:prstGeom prst="line">
            <a:avLst/>
          </a:prstGeom>
          <a:noFill/>
          <a:ln w="38100">
            <a:solidFill>
              <a:schemeClr val="tx1"/>
            </a:solidFill>
            <a:round/>
            <a:headEnd/>
            <a:tailEnd/>
          </a:ln>
          <a:effectLst/>
        </p:spPr>
        <p:txBody>
          <a:bodyPr wrap="none" anchor="ctr"/>
          <a:lstStyle/>
          <a:p>
            <a:endParaRPr lang="en-GB"/>
          </a:p>
        </p:txBody>
      </p:sp>
      <p:sp>
        <p:nvSpPr>
          <p:cNvPr id="443417" name="Rectangle 25"/>
          <p:cNvSpPr>
            <a:spLocks noChangeArrowheads="1"/>
          </p:cNvSpPr>
          <p:nvPr/>
        </p:nvSpPr>
        <p:spPr bwMode="auto">
          <a:xfrm>
            <a:off x="7292975" y="2817814"/>
            <a:ext cx="503344" cy="397545"/>
          </a:xfrm>
          <a:prstGeom prst="rect">
            <a:avLst/>
          </a:prstGeom>
          <a:noFill/>
          <a:ln w="12700">
            <a:noFill/>
            <a:miter lim="800000"/>
            <a:headEnd/>
            <a:tailEnd/>
          </a:ln>
          <a:effectLst/>
        </p:spPr>
        <p:txBody>
          <a:bodyPr wrap="none" lIns="90488" tIns="44450" rIns="90488" bIns="44450">
            <a:spAutoFit/>
          </a:bodyPr>
          <a:lstStyle/>
          <a:p>
            <a:pPr>
              <a:spcBef>
                <a:spcPct val="0"/>
              </a:spcBef>
            </a:pPr>
            <a:r>
              <a:rPr lang="en-GB" sz="2000" b="1">
                <a:latin typeface="Times New Roman" pitchFamily="18" charset="0"/>
              </a:rPr>
              <a:t>0,1</a:t>
            </a:r>
          </a:p>
        </p:txBody>
      </p:sp>
      <p:sp>
        <p:nvSpPr>
          <p:cNvPr id="443418" name="Freeform 26"/>
          <p:cNvSpPr>
            <a:spLocks/>
          </p:cNvSpPr>
          <p:nvPr/>
        </p:nvSpPr>
        <p:spPr bwMode="auto">
          <a:xfrm>
            <a:off x="4249739" y="3171825"/>
            <a:ext cx="458787" cy="306388"/>
          </a:xfrm>
          <a:custGeom>
            <a:avLst/>
            <a:gdLst/>
            <a:ahLst/>
            <a:cxnLst>
              <a:cxn ang="0">
                <a:pos x="0" y="96"/>
              </a:cxn>
              <a:cxn ang="0">
                <a:pos x="156" y="192"/>
              </a:cxn>
              <a:cxn ang="0">
                <a:pos x="312" y="96"/>
              </a:cxn>
              <a:cxn ang="0">
                <a:pos x="156" y="0"/>
              </a:cxn>
              <a:cxn ang="0">
                <a:pos x="0" y="96"/>
              </a:cxn>
            </a:cxnLst>
            <a:rect l="0" t="0" r="r" b="b"/>
            <a:pathLst>
              <a:path w="313" h="193">
                <a:moveTo>
                  <a:pt x="0" y="96"/>
                </a:moveTo>
                <a:lnTo>
                  <a:pt x="156" y="192"/>
                </a:lnTo>
                <a:lnTo>
                  <a:pt x="312" y="96"/>
                </a:lnTo>
                <a:lnTo>
                  <a:pt x="156" y="0"/>
                </a:lnTo>
                <a:lnTo>
                  <a:pt x="0" y="96"/>
                </a:lnTo>
              </a:path>
            </a:pathLst>
          </a:custGeom>
          <a:solidFill>
            <a:schemeClr val="bg1"/>
          </a:solidFill>
          <a:ln w="38100" cap="rnd" cmpd="sng">
            <a:solidFill>
              <a:schemeClr val="tx1"/>
            </a:solidFill>
            <a:prstDash val="solid"/>
            <a:round/>
            <a:headEnd type="none" w="med" len="med"/>
            <a:tailEnd type="none" w="med" len="med"/>
          </a:ln>
          <a:effectLst/>
        </p:spPr>
        <p:txBody>
          <a:bodyPr/>
          <a:lstStyle/>
          <a:p>
            <a:endParaRPr lang="en-GB"/>
          </a:p>
        </p:txBody>
      </p:sp>
      <p:sp>
        <p:nvSpPr>
          <p:cNvPr id="443421" name="Text Box 29"/>
          <p:cNvSpPr txBox="1">
            <a:spLocks noChangeArrowheads="1"/>
          </p:cNvSpPr>
          <p:nvPr/>
        </p:nvSpPr>
        <p:spPr bwMode="auto">
          <a:xfrm>
            <a:off x="4954042" y="3440113"/>
            <a:ext cx="2331087" cy="369332"/>
          </a:xfrm>
          <a:prstGeom prst="rect">
            <a:avLst/>
          </a:prstGeom>
          <a:noFill/>
          <a:ln w="12700">
            <a:noFill/>
            <a:miter lim="800000"/>
            <a:headEnd type="none" w="sm" len="sm"/>
            <a:tailEnd type="none" w="sm" len="sm"/>
          </a:ln>
          <a:effectLst/>
        </p:spPr>
        <p:txBody>
          <a:bodyPr wrap="none">
            <a:spAutoFit/>
          </a:bodyPr>
          <a:lstStyle/>
          <a:p>
            <a:pPr defTabSz="739775">
              <a:spcBef>
                <a:spcPct val="0"/>
              </a:spcBef>
            </a:pPr>
            <a:r>
              <a:rPr lang="en-GB" dirty="0">
                <a:solidFill>
                  <a:srgbClr val="0000FF"/>
                </a:solidFill>
              </a:rPr>
              <a:t>create, wag, droop</a:t>
            </a:r>
          </a:p>
        </p:txBody>
      </p:sp>
      <p:sp>
        <p:nvSpPr>
          <p:cNvPr id="443422" name="Line 30"/>
          <p:cNvSpPr>
            <a:spLocks noChangeShapeType="1"/>
          </p:cNvSpPr>
          <p:nvPr/>
        </p:nvSpPr>
        <p:spPr bwMode="auto">
          <a:xfrm>
            <a:off x="7209063" y="3621314"/>
            <a:ext cx="538163" cy="0"/>
          </a:xfrm>
          <a:prstGeom prst="line">
            <a:avLst/>
          </a:prstGeom>
          <a:noFill/>
          <a:ln w="28575">
            <a:solidFill>
              <a:srgbClr val="0000FF"/>
            </a:solidFill>
            <a:round/>
            <a:headEnd type="none" w="sm" len="sm"/>
            <a:tailEnd type="triangle" w="med" len="med"/>
          </a:ln>
          <a:effectLst/>
        </p:spPr>
        <p:txBody>
          <a:bodyPr/>
          <a:lstStyle/>
          <a:p>
            <a:endParaRPr lang="en-GB"/>
          </a:p>
        </p:txBody>
      </p:sp>
      <p:sp>
        <p:nvSpPr>
          <p:cNvPr id="443427" name="Line 35"/>
          <p:cNvSpPr>
            <a:spLocks noChangeShapeType="1"/>
          </p:cNvSpPr>
          <p:nvPr/>
        </p:nvSpPr>
        <p:spPr bwMode="auto">
          <a:xfrm>
            <a:off x="4726624" y="4479925"/>
            <a:ext cx="3082925" cy="0"/>
          </a:xfrm>
          <a:prstGeom prst="line">
            <a:avLst/>
          </a:prstGeom>
          <a:noFill/>
          <a:ln w="38100">
            <a:solidFill>
              <a:schemeClr val="tx1"/>
            </a:solidFill>
            <a:round/>
            <a:headEnd/>
            <a:tailEnd/>
          </a:ln>
          <a:effectLst/>
        </p:spPr>
        <p:txBody>
          <a:bodyPr wrap="none" anchor="ctr"/>
          <a:lstStyle/>
          <a:p>
            <a:endParaRPr lang="en-GB"/>
          </a:p>
        </p:txBody>
      </p:sp>
      <p:sp>
        <p:nvSpPr>
          <p:cNvPr id="443428" name="Rectangle 36"/>
          <p:cNvSpPr>
            <a:spLocks noChangeArrowheads="1"/>
          </p:cNvSpPr>
          <p:nvPr/>
        </p:nvSpPr>
        <p:spPr bwMode="auto">
          <a:xfrm>
            <a:off x="7515225" y="4011614"/>
            <a:ext cx="310984" cy="397545"/>
          </a:xfrm>
          <a:prstGeom prst="rect">
            <a:avLst/>
          </a:prstGeom>
          <a:noFill/>
          <a:ln w="12700">
            <a:noFill/>
            <a:miter lim="800000"/>
            <a:headEnd/>
            <a:tailEnd/>
          </a:ln>
          <a:effectLst/>
        </p:spPr>
        <p:txBody>
          <a:bodyPr wrap="none" lIns="90488" tIns="44450" rIns="90488" bIns="44450">
            <a:spAutoFit/>
          </a:bodyPr>
          <a:lstStyle/>
          <a:p>
            <a:pPr>
              <a:spcBef>
                <a:spcPct val="0"/>
              </a:spcBef>
            </a:pPr>
            <a:r>
              <a:rPr lang="en-GB" sz="2000" b="1">
                <a:latin typeface="Times New Roman" pitchFamily="18" charset="0"/>
              </a:rPr>
              <a:t>*</a:t>
            </a:r>
          </a:p>
        </p:txBody>
      </p:sp>
      <p:sp>
        <p:nvSpPr>
          <p:cNvPr id="443429" name="Freeform 37"/>
          <p:cNvSpPr>
            <a:spLocks/>
          </p:cNvSpPr>
          <p:nvPr/>
        </p:nvSpPr>
        <p:spPr bwMode="auto">
          <a:xfrm>
            <a:off x="4258310" y="4327525"/>
            <a:ext cx="458788" cy="306388"/>
          </a:xfrm>
          <a:custGeom>
            <a:avLst/>
            <a:gdLst/>
            <a:ahLst/>
            <a:cxnLst>
              <a:cxn ang="0">
                <a:pos x="0" y="96"/>
              </a:cxn>
              <a:cxn ang="0">
                <a:pos x="156" y="192"/>
              </a:cxn>
              <a:cxn ang="0">
                <a:pos x="312" y="96"/>
              </a:cxn>
              <a:cxn ang="0">
                <a:pos x="156" y="0"/>
              </a:cxn>
              <a:cxn ang="0">
                <a:pos x="0" y="96"/>
              </a:cxn>
            </a:cxnLst>
            <a:rect l="0" t="0" r="r" b="b"/>
            <a:pathLst>
              <a:path w="313" h="193">
                <a:moveTo>
                  <a:pt x="0" y="96"/>
                </a:moveTo>
                <a:lnTo>
                  <a:pt x="156" y="192"/>
                </a:lnTo>
                <a:lnTo>
                  <a:pt x="312" y="96"/>
                </a:lnTo>
                <a:lnTo>
                  <a:pt x="156" y="0"/>
                </a:lnTo>
                <a:lnTo>
                  <a:pt x="0" y="96"/>
                </a:lnTo>
              </a:path>
            </a:pathLst>
          </a:custGeom>
          <a:solidFill>
            <a:schemeClr val="bg1"/>
          </a:solidFill>
          <a:ln w="38100" cap="rnd" cmpd="sng">
            <a:solidFill>
              <a:schemeClr val="tx1"/>
            </a:solidFill>
            <a:prstDash val="solid"/>
            <a:round/>
            <a:headEnd type="none" w="med" len="med"/>
            <a:tailEnd type="none" w="med" len="med"/>
          </a:ln>
          <a:effectLst/>
        </p:spPr>
        <p:txBody>
          <a:bodyPr/>
          <a:lstStyle/>
          <a:p>
            <a:endParaRPr lang="en-GB"/>
          </a:p>
        </p:txBody>
      </p:sp>
      <p:sp>
        <p:nvSpPr>
          <p:cNvPr id="443432" name="Text Box 40"/>
          <p:cNvSpPr txBox="1">
            <a:spLocks noChangeArrowheads="1"/>
          </p:cNvSpPr>
          <p:nvPr/>
        </p:nvSpPr>
        <p:spPr bwMode="auto">
          <a:xfrm>
            <a:off x="4977854" y="4595813"/>
            <a:ext cx="2241319" cy="369332"/>
          </a:xfrm>
          <a:prstGeom prst="rect">
            <a:avLst/>
          </a:prstGeom>
          <a:noFill/>
          <a:ln w="12700">
            <a:noFill/>
            <a:miter lim="800000"/>
            <a:headEnd type="none" w="sm" len="sm"/>
            <a:tailEnd type="none" w="sm" len="sm"/>
          </a:ln>
          <a:effectLst/>
        </p:spPr>
        <p:txBody>
          <a:bodyPr wrap="none">
            <a:spAutoFit/>
          </a:bodyPr>
          <a:lstStyle/>
          <a:p>
            <a:pPr defTabSz="739775">
              <a:spcBef>
                <a:spcPct val="0"/>
              </a:spcBef>
            </a:pPr>
            <a:r>
              <a:rPr lang="en-GB" dirty="0">
                <a:solidFill>
                  <a:srgbClr val="0000FF"/>
                </a:solidFill>
              </a:rPr>
              <a:t>start, stop, service</a:t>
            </a:r>
          </a:p>
        </p:txBody>
      </p:sp>
      <p:sp>
        <p:nvSpPr>
          <p:cNvPr id="443433" name="Line 41"/>
          <p:cNvSpPr>
            <a:spLocks noChangeShapeType="1"/>
          </p:cNvSpPr>
          <p:nvPr/>
        </p:nvSpPr>
        <p:spPr bwMode="auto">
          <a:xfrm>
            <a:off x="7213869" y="4791528"/>
            <a:ext cx="539750" cy="0"/>
          </a:xfrm>
          <a:prstGeom prst="line">
            <a:avLst/>
          </a:prstGeom>
          <a:noFill/>
          <a:ln w="28575">
            <a:solidFill>
              <a:srgbClr val="0000FF"/>
            </a:solidFill>
            <a:round/>
            <a:headEnd type="none" w="sm" len="sm"/>
            <a:tailEnd type="triangle" w="med" len="med"/>
          </a:ln>
          <a:effectLst/>
        </p:spPr>
        <p:txBody>
          <a:bodyPr/>
          <a:lstStyle/>
          <a:p>
            <a:endParaRPr lang="en-GB"/>
          </a:p>
        </p:txBody>
      </p:sp>
      <p:sp>
        <p:nvSpPr>
          <p:cNvPr id="443438" name="Line 46"/>
          <p:cNvSpPr>
            <a:spLocks noChangeShapeType="1"/>
          </p:cNvSpPr>
          <p:nvPr/>
        </p:nvSpPr>
        <p:spPr bwMode="auto">
          <a:xfrm>
            <a:off x="4752976" y="5686425"/>
            <a:ext cx="3084513" cy="0"/>
          </a:xfrm>
          <a:prstGeom prst="line">
            <a:avLst/>
          </a:prstGeom>
          <a:noFill/>
          <a:ln w="38100">
            <a:solidFill>
              <a:schemeClr val="tx1"/>
            </a:solidFill>
            <a:round/>
            <a:headEnd/>
            <a:tailEnd/>
          </a:ln>
          <a:effectLst/>
        </p:spPr>
        <p:txBody>
          <a:bodyPr wrap="none" anchor="ctr"/>
          <a:lstStyle/>
          <a:p>
            <a:endParaRPr lang="en-GB"/>
          </a:p>
        </p:txBody>
      </p:sp>
      <p:sp>
        <p:nvSpPr>
          <p:cNvPr id="443439" name="Rectangle 47"/>
          <p:cNvSpPr>
            <a:spLocks noChangeArrowheads="1"/>
          </p:cNvSpPr>
          <p:nvPr/>
        </p:nvSpPr>
        <p:spPr bwMode="auto">
          <a:xfrm>
            <a:off x="7527925" y="5218114"/>
            <a:ext cx="310984" cy="397545"/>
          </a:xfrm>
          <a:prstGeom prst="rect">
            <a:avLst/>
          </a:prstGeom>
          <a:noFill/>
          <a:ln w="12700">
            <a:noFill/>
            <a:miter lim="800000"/>
            <a:headEnd/>
            <a:tailEnd/>
          </a:ln>
          <a:effectLst/>
        </p:spPr>
        <p:txBody>
          <a:bodyPr wrap="none" lIns="90488" tIns="44450" rIns="90488" bIns="44450">
            <a:spAutoFit/>
          </a:bodyPr>
          <a:lstStyle/>
          <a:p>
            <a:pPr>
              <a:spcBef>
                <a:spcPct val="0"/>
              </a:spcBef>
            </a:pPr>
            <a:r>
              <a:rPr lang="en-GB" sz="2000" b="1">
                <a:latin typeface="Times New Roman" pitchFamily="18" charset="0"/>
              </a:rPr>
              <a:t>*</a:t>
            </a:r>
          </a:p>
        </p:txBody>
      </p:sp>
      <p:sp>
        <p:nvSpPr>
          <p:cNvPr id="443440" name="Freeform 48"/>
          <p:cNvSpPr>
            <a:spLocks/>
          </p:cNvSpPr>
          <p:nvPr/>
        </p:nvSpPr>
        <p:spPr bwMode="auto">
          <a:xfrm>
            <a:off x="4284664" y="5534025"/>
            <a:ext cx="458787" cy="306388"/>
          </a:xfrm>
          <a:custGeom>
            <a:avLst/>
            <a:gdLst/>
            <a:ahLst/>
            <a:cxnLst>
              <a:cxn ang="0">
                <a:pos x="0" y="96"/>
              </a:cxn>
              <a:cxn ang="0">
                <a:pos x="156" y="192"/>
              </a:cxn>
              <a:cxn ang="0">
                <a:pos x="312" y="96"/>
              </a:cxn>
              <a:cxn ang="0">
                <a:pos x="156" y="0"/>
              </a:cxn>
              <a:cxn ang="0">
                <a:pos x="0" y="96"/>
              </a:cxn>
            </a:cxnLst>
            <a:rect l="0" t="0" r="r" b="b"/>
            <a:pathLst>
              <a:path w="313" h="193">
                <a:moveTo>
                  <a:pt x="0" y="96"/>
                </a:moveTo>
                <a:lnTo>
                  <a:pt x="156" y="192"/>
                </a:lnTo>
                <a:lnTo>
                  <a:pt x="312" y="96"/>
                </a:lnTo>
                <a:lnTo>
                  <a:pt x="156" y="0"/>
                </a:lnTo>
                <a:lnTo>
                  <a:pt x="0" y="96"/>
                </a:lnTo>
              </a:path>
            </a:pathLst>
          </a:custGeom>
          <a:solidFill>
            <a:schemeClr val="bg1"/>
          </a:solidFill>
          <a:ln w="38100" cap="rnd" cmpd="sng">
            <a:solidFill>
              <a:schemeClr val="tx1"/>
            </a:solidFill>
            <a:prstDash val="solid"/>
            <a:round/>
            <a:headEnd type="none" w="med" len="med"/>
            <a:tailEnd type="none" w="med" len="med"/>
          </a:ln>
          <a:effectLst/>
        </p:spPr>
        <p:txBody>
          <a:bodyPr/>
          <a:lstStyle/>
          <a:p>
            <a:endParaRPr lang="en-GB"/>
          </a:p>
        </p:txBody>
      </p:sp>
      <p:sp>
        <p:nvSpPr>
          <p:cNvPr id="443443" name="Text Box 51"/>
          <p:cNvSpPr txBox="1">
            <a:spLocks noChangeArrowheads="1"/>
          </p:cNvSpPr>
          <p:nvPr/>
        </p:nvSpPr>
        <p:spPr bwMode="auto">
          <a:xfrm>
            <a:off x="5999021" y="5802313"/>
            <a:ext cx="1007007" cy="369332"/>
          </a:xfrm>
          <a:prstGeom prst="rect">
            <a:avLst/>
          </a:prstGeom>
          <a:noFill/>
          <a:ln w="12700">
            <a:noFill/>
            <a:miter lim="800000"/>
            <a:headEnd type="none" w="sm" len="sm"/>
            <a:tailEnd type="none" w="sm" len="sm"/>
          </a:ln>
          <a:effectLst/>
        </p:spPr>
        <p:txBody>
          <a:bodyPr wrap="none">
            <a:spAutoFit/>
          </a:bodyPr>
          <a:lstStyle/>
          <a:p>
            <a:pPr defTabSz="739775">
              <a:spcBef>
                <a:spcPct val="0"/>
              </a:spcBef>
            </a:pPr>
            <a:r>
              <a:rPr lang="en-GB" dirty="0" err="1">
                <a:solidFill>
                  <a:srgbClr val="0000FF"/>
                </a:solidFill>
              </a:rPr>
              <a:t>doTask</a:t>
            </a:r>
            <a:endParaRPr lang="en-GB" dirty="0">
              <a:solidFill>
                <a:srgbClr val="0000FF"/>
              </a:solidFill>
            </a:endParaRPr>
          </a:p>
        </p:txBody>
      </p:sp>
      <p:sp>
        <p:nvSpPr>
          <p:cNvPr id="443444" name="Line 52"/>
          <p:cNvSpPr>
            <a:spLocks noChangeShapeType="1"/>
          </p:cNvSpPr>
          <p:nvPr/>
        </p:nvSpPr>
        <p:spPr bwMode="auto">
          <a:xfrm>
            <a:off x="7149688" y="5981700"/>
            <a:ext cx="539750" cy="0"/>
          </a:xfrm>
          <a:prstGeom prst="line">
            <a:avLst/>
          </a:prstGeom>
          <a:noFill/>
          <a:ln w="28575">
            <a:solidFill>
              <a:srgbClr val="0000FF"/>
            </a:solidFill>
            <a:round/>
            <a:headEnd type="none" w="sm" len="sm"/>
            <a:tailEnd type="triangle" w="med" len="med"/>
          </a:ln>
          <a:effectLst/>
        </p:spPr>
        <p:txBody>
          <a:bodyPr/>
          <a:lstStyle/>
          <a:p>
            <a:endParaRPr lang="en-GB"/>
          </a:p>
        </p:txBody>
      </p:sp>
      <p:pic>
        <p:nvPicPr>
          <p:cNvPr id="15" name="Picture 14">
            <a:extLst>
              <a:ext uri="{FF2B5EF4-FFF2-40B4-BE49-F238E27FC236}">
                <a16:creationId xmlns:a16="http://schemas.microsoft.com/office/drawing/2014/main" id="{6EDEF984-D018-E818-37E6-A6E72717B664}"/>
              </a:ext>
            </a:extLst>
          </p:cNvPr>
          <p:cNvPicPr>
            <a:picLocks noChangeAspect="1"/>
          </p:cNvPicPr>
          <p:nvPr/>
        </p:nvPicPr>
        <p:blipFill>
          <a:blip r:embed="rId10"/>
          <a:stretch>
            <a:fillRect/>
          </a:stretch>
        </p:blipFill>
        <p:spPr>
          <a:xfrm>
            <a:off x="2114732" y="5234505"/>
            <a:ext cx="2159273" cy="915713"/>
          </a:xfrm>
          <a:prstGeom prst="rect">
            <a:avLst/>
          </a:prstGeom>
        </p:spPr>
      </p:pic>
    </p:spTree>
    <p:extLst>
      <p:ext uri="{BB962C8B-B14F-4D97-AF65-F5344CB8AC3E}">
        <p14:creationId xmlns:p14="http://schemas.microsoft.com/office/powerpoint/2010/main" val="2244328199"/>
      </p:ext>
    </p:extLst>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5442" name="Rectangle 2"/>
          <p:cNvSpPr>
            <a:spLocks noChangeArrowheads="1"/>
          </p:cNvSpPr>
          <p:nvPr/>
        </p:nvSpPr>
        <p:spPr bwMode="auto">
          <a:xfrm>
            <a:off x="2227263" y="6248400"/>
            <a:ext cx="1898650" cy="457200"/>
          </a:xfrm>
          <a:prstGeom prst="rect">
            <a:avLst/>
          </a:prstGeom>
          <a:noFill/>
          <a:ln w="12700">
            <a:noFill/>
            <a:miter lim="800000"/>
            <a:headEnd/>
            <a:tailEnd/>
          </a:ln>
          <a:effectLst/>
        </p:spPr>
        <p:txBody>
          <a:bodyPr wrap="none" anchor="ctr"/>
          <a:lstStyle/>
          <a:p>
            <a:pPr algn="ctr" defTabSz="739775">
              <a:spcBef>
                <a:spcPct val="0"/>
              </a:spcBef>
            </a:pPr>
            <a:endParaRPr lang="en-US"/>
          </a:p>
        </p:txBody>
      </p:sp>
      <p:sp>
        <p:nvSpPr>
          <p:cNvPr id="445443" name="Rectangle 3"/>
          <p:cNvSpPr>
            <a:spLocks noChangeArrowheads="1"/>
          </p:cNvSpPr>
          <p:nvPr/>
        </p:nvSpPr>
        <p:spPr bwMode="auto">
          <a:xfrm>
            <a:off x="4689475" y="6248400"/>
            <a:ext cx="2813050" cy="457200"/>
          </a:xfrm>
          <a:prstGeom prst="rect">
            <a:avLst/>
          </a:prstGeom>
          <a:noFill/>
          <a:ln w="12700">
            <a:noFill/>
            <a:miter lim="800000"/>
            <a:headEnd/>
            <a:tailEnd/>
          </a:ln>
          <a:effectLst/>
        </p:spPr>
        <p:txBody>
          <a:bodyPr wrap="none" anchor="ctr"/>
          <a:lstStyle/>
          <a:p>
            <a:pPr algn="ctr" defTabSz="739775">
              <a:spcBef>
                <a:spcPct val="0"/>
              </a:spcBef>
            </a:pPr>
            <a:endParaRPr lang="en-US"/>
          </a:p>
        </p:txBody>
      </p:sp>
      <p:sp>
        <p:nvSpPr>
          <p:cNvPr id="445444" name="Rectangle 4"/>
          <p:cNvSpPr>
            <a:spLocks noChangeArrowheads="1"/>
          </p:cNvSpPr>
          <p:nvPr/>
        </p:nvSpPr>
        <p:spPr bwMode="auto">
          <a:xfrm>
            <a:off x="2227263" y="6248400"/>
            <a:ext cx="1898650" cy="457200"/>
          </a:xfrm>
          <a:prstGeom prst="rect">
            <a:avLst/>
          </a:prstGeom>
          <a:noFill/>
          <a:ln w="12700">
            <a:noFill/>
            <a:miter lim="800000"/>
            <a:headEnd/>
            <a:tailEnd/>
          </a:ln>
          <a:effectLst/>
        </p:spPr>
        <p:txBody>
          <a:bodyPr wrap="none" anchor="ctr"/>
          <a:lstStyle/>
          <a:p>
            <a:pPr algn="ctr" defTabSz="739775">
              <a:spcBef>
                <a:spcPct val="0"/>
              </a:spcBef>
            </a:pPr>
            <a:endParaRPr lang="en-US"/>
          </a:p>
        </p:txBody>
      </p:sp>
      <p:sp>
        <p:nvSpPr>
          <p:cNvPr id="445445" name="Rectangle 5"/>
          <p:cNvSpPr>
            <a:spLocks noChangeArrowheads="1"/>
          </p:cNvSpPr>
          <p:nvPr/>
        </p:nvSpPr>
        <p:spPr bwMode="auto">
          <a:xfrm>
            <a:off x="4689475" y="6248400"/>
            <a:ext cx="2813050" cy="457200"/>
          </a:xfrm>
          <a:prstGeom prst="rect">
            <a:avLst/>
          </a:prstGeom>
          <a:noFill/>
          <a:ln w="12700">
            <a:noFill/>
            <a:miter lim="800000"/>
            <a:headEnd/>
            <a:tailEnd/>
          </a:ln>
          <a:effectLst/>
        </p:spPr>
        <p:txBody>
          <a:bodyPr wrap="none" anchor="ctr"/>
          <a:lstStyle/>
          <a:p>
            <a:pPr algn="ctr" defTabSz="739775">
              <a:spcBef>
                <a:spcPct val="0"/>
              </a:spcBef>
            </a:pPr>
            <a:endParaRPr lang="en-US"/>
          </a:p>
        </p:txBody>
      </p:sp>
      <p:sp>
        <p:nvSpPr>
          <p:cNvPr id="445446" name="Rectangle 6"/>
          <p:cNvSpPr>
            <a:spLocks noChangeArrowheads="1"/>
          </p:cNvSpPr>
          <p:nvPr/>
        </p:nvSpPr>
        <p:spPr bwMode="auto">
          <a:xfrm>
            <a:off x="2209800" y="6248400"/>
            <a:ext cx="1905000" cy="457200"/>
          </a:xfrm>
          <a:prstGeom prst="rect">
            <a:avLst/>
          </a:prstGeom>
          <a:noFill/>
          <a:ln w="12700">
            <a:noFill/>
            <a:miter lim="800000"/>
            <a:headEnd/>
            <a:tailEnd/>
          </a:ln>
          <a:effectLst/>
        </p:spPr>
        <p:txBody>
          <a:bodyPr wrap="none" anchor="ctr"/>
          <a:lstStyle/>
          <a:p>
            <a:pPr algn="ctr" defTabSz="739775">
              <a:spcBef>
                <a:spcPct val="0"/>
              </a:spcBef>
            </a:pPr>
            <a:endParaRPr lang="en-US"/>
          </a:p>
        </p:txBody>
      </p:sp>
      <p:sp>
        <p:nvSpPr>
          <p:cNvPr id="445447" name="Rectangle 7"/>
          <p:cNvSpPr>
            <a:spLocks noChangeArrowheads="1"/>
          </p:cNvSpPr>
          <p:nvPr/>
        </p:nvSpPr>
        <p:spPr bwMode="auto">
          <a:xfrm>
            <a:off x="4648200" y="6248400"/>
            <a:ext cx="2895600" cy="457200"/>
          </a:xfrm>
          <a:prstGeom prst="rect">
            <a:avLst/>
          </a:prstGeom>
          <a:noFill/>
          <a:ln w="12700">
            <a:noFill/>
            <a:miter lim="800000"/>
            <a:headEnd/>
            <a:tailEnd/>
          </a:ln>
          <a:effectLst/>
        </p:spPr>
        <p:txBody>
          <a:bodyPr wrap="none" anchor="ctr"/>
          <a:lstStyle/>
          <a:p>
            <a:pPr algn="ctr" defTabSz="739775">
              <a:spcBef>
                <a:spcPct val="0"/>
              </a:spcBef>
            </a:pPr>
            <a:endParaRPr lang="en-US"/>
          </a:p>
        </p:txBody>
      </p:sp>
      <p:sp>
        <p:nvSpPr>
          <p:cNvPr id="445449" name="Rectangle 9"/>
          <p:cNvSpPr>
            <a:spLocks noGrp="1" noChangeArrowheads="1"/>
          </p:cNvSpPr>
          <p:nvPr>
            <p:ph type="body" sz="quarter" idx="15"/>
          </p:nvPr>
        </p:nvSpPr>
        <p:spPr/>
        <p:txBody>
          <a:bodyPr/>
          <a:lstStyle/>
          <a:p>
            <a:pPr lvl="1"/>
            <a:r>
              <a:rPr lang="en-GB" dirty="0"/>
              <a:t>As a group , decide for each of the following whether </a:t>
            </a:r>
            <a:br>
              <a:rPr lang="en-GB" dirty="0"/>
            </a:br>
            <a:r>
              <a:rPr lang="en-GB" dirty="0"/>
              <a:t>each </a:t>
            </a:r>
            <a:r>
              <a:rPr lang="en-GB" b="1" dirty="0"/>
              <a:t>aggregation </a:t>
            </a:r>
            <a:r>
              <a:rPr lang="en-GB" dirty="0"/>
              <a:t>or </a:t>
            </a:r>
            <a:r>
              <a:rPr lang="en-GB" b="1" dirty="0"/>
              <a:t>association </a:t>
            </a:r>
            <a:r>
              <a:rPr lang="en-GB" dirty="0"/>
              <a:t>would be most appropriate</a:t>
            </a:r>
          </a:p>
          <a:p>
            <a:endParaRPr lang="en-GB" dirty="0"/>
          </a:p>
        </p:txBody>
      </p:sp>
      <p:sp>
        <p:nvSpPr>
          <p:cNvPr id="445448" name="Rectangle 8"/>
          <p:cNvSpPr>
            <a:spLocks noGrp="1" noChangeArrowheads="1"/>
          </p:cNvSpPr>
          <p:nvPr>
            <p:ph type="title"/>
          </p:nvPr>
        </p:nvSpPr>
        <p:spPr/>
        <p:txBody>
          <a:bodyPr>
            <a:normAutofit fontScale="90000"/>
          </a:bodyPr>
          <a:lstStyle/>
          <a:p>
            <a:r>
              <a:rPr lang="en-GB" dirty="0"/>
              <a:t>Quiz</a:t>
            </a:r>
          </a:p>
        </p:txBody>
      </p:sp>
      <p:sp>
        <p:nvSpPr>
          <p:cNvPr id="445450" name="Rectangle 10"/>
          <p:cNvSpPr>
            <a:spLocks noChangeArrowheads="1"/>
          </p:cNvSpPr>
          <p:nvPr/>
        </p:nvSpPr>
        <p:spPr bwMode="auto">
          <a:xfrm>
            <a:off x="2579688" y="2809961"/>
            <a:ext cx="6864758" cy="2859757"/>
          </a:xfrm>
          <a:prstGeom prst="rect">
            <a:avLst/>
          </a:prstGeom>
          <a:solidFill>
            <a:schemeClr val="accent6">
              <a:lumMod val="20000"/>
              <a:lumOff val="80000"/>
            </a:schemeClr>
          </a:solidFill>
          <a:ln w="12700">
            <a:noFill/>
            <a:miter lim="800000"/>
            <a:headEnd/>
            <a:tailEnd/>
          </a:ln>
          <a:effectLst>
            <a:outerShdw blurRad="50800" dist="38100" dir="2700000" algn="tl" rotWithShape="0">
              <a:prstClr val="black">
                <a:alpha val="40000"/>
              </a:prstClr>
            </a:outerShdw>
          </a:effectLst>
        </p:spPr>
        <p:txBody>
          <a:bodyPr wrap="square" lIns="90488" tIns="44450" rIns="90488" bIns="44450">
            <a:spAutoFit/>
          </a:bodyPr>
          <a:lstStyle/>
          <a:p>
            <a:pPr marL="342900" indent="-342900">
              <a:buFont typeface="+mj-lt"/>
              <a:buAutoNum type="arabicPeriod"/>
            </a:pPr>
            <a:endParaRPr lang="en-GB" sz="2000" b="1" dirty="0"/>
          </a:p>
          <a:p>
            <a:pPr marL="342900" indent="-342900">
              <a:buFont typeface="+mj-lt"/>
              <a:buAutoNum type="arabicPeriod"/>
            </a:pPr>
            <a:r>
              <a:rPr lang="en-GB" sz="2000" b="1" dirty="0"/>
              <a:t> A track on a CD</a:t>
            </a:r>
          </a:p>
          <a:p>
            <a:pPr marL="342900" indent="-342900">
              <a:buFont typeface="+mj-lt"/>
              <a:buAutoNum type="arabicPeriod"/>
            </a:pPr>
            <a:r>
              <a:rPr lang="en-GB" sz="2000" b="1" dirty="0"/>
              <a:t> A mobile phone has a battery</a:t>
            </a:r>
          </a:p>
          <a:p>
            <a:pPr marL="342900" indent="-342900">
              <a:buFont typeface="+mj-lt"/>
              <a:buAutoNum type="arabicPeriod"/>
            </a:pPr>
            <a:r>
              <a:rPr lang="en-GB" sz="2000" b="1" dirty="0"/>
              <a:t> A portfolio contains assets</a:t>
            </a:r>
          </a:p>
          <a:p>
            <a:pPr marL="342900" indent="-342900">
              <a:buFont typeface="+mj-lt"/>
              <a:buAutoNum type="arabicPeriod"/>
            </a:pPr>
            <a:r>
              <a:rPr lang="en-GB" sz="2000" b="1" dirty="0"/>
              <a:t> A car parked in a car park</a:t>
            </a:r>
          </a:p>
          <a:p>
            <a:pPr marL="342900" indent="-342900">
              <a:buFont typeface="+mj-lt"/>
              <a:buAutoNum type="arabicPeriod"/>
            </a:pPr>
            <a:r>
              <a:rPr lang="en-GB" sz="2000" b="1" dirty="0"/>
              <a:t> An organisation has many departments</a:t>
            </a:r>
          </a:p>
          <a:p>
            <a:pPr marL="342900" indent="-342900">
              <a:buFont typeface="+mj-lt"/>
              <a:buAutoNum type="arabicPeriod"/>
            </a:pPr>
            <a:r>
              <a:rPr lang="en-GB" sz="2000" b="1" dirty="0"/>
              <a:t> A person driving a car</a:t>
            </a:r>
          </a:p>
          <a:p>
            <a:pPr marL="342900" indent="-342900">
              <a:buFont typeface="+mj-lt"/>
              <a:buAutoNum type="arabicPeriod"/>
            </a:pPr>
            <a:r>
              <a:rPr lang="en-GB" sz="2000" b="1" dirty="0"/>
              <a:t> A guitar has strings</a:t>
            </a:r>
          </a:p>
          <a:p>
            <a:pPr marL="342900" indent="-342900">
              <a:buFont typeface="+mj-lt"/>
              <a:buAutoNum type="arabicPeriod"/>
            </a:pPr>
            <a:endParaRPr lang="en-GB" sz="2000" b="1" dirty="0"/>
          </a:p>
        </p:txBody>
      </p:sp>
    </p:spTree>
    <p:extLst>
      <p:ext uri="{BB962C8B-B14F-4D97-AF65-F5344CB8AC3E}">
        <p14:creationId xmlns:p14="http://schemas.microsoft.com/office/powerpoint/2010/main" val="3317411926"/>
      </p:ext>
    </p:extLst>
  </p:cSld>
  <p:clrMapOvr>
    <a:masterClrMapping/>
  </p:clrMapOvr>
  <p:transition spd="slow"/>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12A619A5-AC33-68ED-DA7F-B21FC365C72F}"/>
              </a:ext>
            </a:extLst>
          </p:cNvPr>
          <p:cNvSpPr>
            <a:spLocks noChangeArrowheads="1"/>
          </p:cNvSpPr>
          <p:nvPr/>
        </p:nvSpPr>
        <p:spPr bwMode="auto">
          <a:xfrm>
            <a:off x="1533833" y="757083"/>
            <a:ext cx="1565867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GB"/>
          </a:p>
        </p:txBody>
      </p:sp>
      <p:graphicFrame>
        <p:nvGraphicFramePr>
          <p:cNvPr id="5" name="Object 4">
            <a:extLst>
              <a:ext uri="{FF2B5EF4-FFF2-40B4-BE49-F238E27FC236}">
                <a16:creationId xmlns:a16="http://schemas.microsoft.com/office/drawing/2014/main" id="{32A6CB5D-4556-E616-F37C-AF4A7C49BF64}"/>
              </a:ext>
            </a:extLst>
          </p:cNvPr>
          <p:cNvGraphicFramePr>
            <a:graphicFrameLocks noChangeAspect="1"/>
          </p:cNvGraphicFramePr>
          <p:nvPr/>
        </p:nvGraphicFramePr>
        <p:xfrm>
          <a:off x="1300152" y="289724"/>
          <a:ext cx="7122487" cy="6328586"/>
        </p:xfrm>
        <a:graphic>
          <a:graphicData uri="http://schemas.openxmlformats.org/presentationml/2006/ole">
            <mc:AlternateContent xmlns:mc="http://schemas.openxmlformats.org/markup-compatibility/2006">
              <mc:Choice xmlns:v="urn:schemas-microsoft-com:vml" Requires="v">
                <p:oleObj r:id="rId2" imgW="4122420" imgH="3670300" progId="Visio.Drawing.11">
                  <p:embed/>
                </p:oleObj>
              </mc:Choice>
              <mc:Fallback>
                <p:oleObj r:id="rId2" imgW="4122420" imgH="3670300" progId="Visio.Drawing.11">
                  <p:embed/>
                  <p:pic>
                    <p:nvPicPr>
                      <p:cNvPr id="5" name="Object 4">
                        <a:extLst>
                          <a:ext uri="{FF2B5EF4-FFF2-40B4-BE49-F238E27FC236}">
                            <a16:creationId xmlns:a16="http://schemas.microsoft.com/office/drawing/2014/main" id="{32A6CB5D-4556-E616-F37C-AF4A7C49BF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00152" y="289724"/>
                        <a:ext cx="7122487" cy="6328586"/>
                      </a:xfrm>
                      <a:prstGeom prst="rect">
                        <a:avLst/>
                      </a:prstGeom>
                      <a:noFill/>
                    </p:spPr>
                  </p:pic>
                </p:oleObj>
              </mc:Fallback>
            </mc:AlternateContent>
          </a:graphicData>
        </a:graphic>
      </p:graphicFrame>
    </p:spTree>
    <p:extLst>
      <p:ext uri="{BB962C8B-B14F-4D97-AF65-F5344CB8AC3E}">
        <p14:creationId xmlns:p14="http://schemas.microsoft.com/office/powerpoint/2010/main" val="18108738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0706B558-AB3C-09C5-BDC9-0DB9F21B0EE1}"/>
              </a:ext>
            </a:extLst>
          </p:cNvPr>
          <p:cNvSpPr>
            <a:spLocks noChangeArrowheads="1"/>
          </p:cNvSpPr>
          <p:nvPr/>
        </p:nvSpPr>
        <p:spPr bwMode="auto">
          <a:xfrm>
            <a:off x="1089024" y="196644"/>
            <a:ext cx="18967467"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GB"/>
          </a:p>
        </p:txBody>
      </p:sp>
      <p:pic>
        <p:nvPicPr>
          <p:cNvPr id="3" name="Picture 2">
            <a:extLst>
              <a:ext uri="{FF2B5EF4-FFF2-40B4-BE49-F238E27FC236}">
                <a16:creationId xmlns:a16="http://schemas.microsoft.com/office/drawing/2014/main" id="{F29585C5-BA14-001C-8E58-D19E9A58067C}"/>
              </a:ext>
            </a:extLst>
          </p:cNvPr>
          <p:cNvPicPr>
            <a:picLocks noChangeAspect="1"/>
          </p:cNvPicPr>
          <p:nvPr/>
        </p:nvPicPr>
        <p:blipFill>
          <a:blip r:embed="rId2"/>
          <a:stretch>
            <a:fillRect/>
          </a:stretch>
        </p:blipFill>
        <p:spPr>
          <a:xfrm>
            <a:off x="1370804" y="1403704"/>
            <a:ext cx="7255036" cy="4318713"/>
          </a:xfrm>
          <a:prstGeom prst="rect">
            <a:avLst/>
          </a:prstGeom>
        </p:spPr>
      </p:pic>
      <p:sp>
        <p:nvSpPr>
          <p:cNvPr id="6" name="TextBox 5">
            <a:extLst>
              <a:ext uri="{FF2B5EF4-FFF2-40B4-BE49-F238E27FC236}">
                <a16:creationId xmlns:a16="http://schemas.microsoft.com/office/drawing/2014/main" id="{E7BCBD4B-2DB5-9095-6918-43F8B789EAC4}"/>
              </a:ext>
            </a:extLst>
          </p:cNvPr>
          <p:cNvSpPr txBox="1"/>
          <p:nvPr/>
        </p:nvSpPr>
        <p:spPr>
          <a:xfrm>
            <a:off x="782320" y="487680"/>
            <a:ext cx="2858860" cy="584775"/>
          </a:xfrm>
          <a:prstGeom prst="rect">
            <a:avLst/>
          </a:prstGeom>
          <a:noFill/>
        </p:spPr>
        <p:txBody>
          <a:bodyPr wrap="none" rtlCol="0">
            <a:spAutoFit/>
          </a:bodyPr>
          <a:lstStyle/>
          <a:p>
            <a:r>
              <a:rPr lang="en-GB" sz="3200" b="1" u="sng" dirty="0"/>
              <a:t>Bird or Sparrow</a:t>
            </a:r>
          </a:p>
        </p:txBody>
      </p:sp>
    </p:spTree>
    <p:extLst>
      <p:ext uri="{BB962C8B-B14F-4D97-AF65-F5344CB8AC3E}">
        <p14:creationId xmlns:p14="http://schemas.microsoft.com/office/powerpoint/2010/main" val="37921529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0AB54BD9-194E-C073-39D6-299D2F7C4A1C}"/>
              </a:ext>
            </a:extLst>
          </p:cNvPr>
          <p:cNvSpPr>
            <a:spLocks noChangeArrowheads="1"/>
          </p:cNvSpPr>
          <p:nvPr/>
        </p:nvSpPr>
        <p:spPr bwMode="auto">
          <a:xfrm>
            <a:off x="766916" y="393289"/>
            <a:ext cx="17622594"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GB"/>
          </a:p>
        </p:txBody>
      </p:sp>
      <p:sp>
        <p:nvSpPr>
          <p:cNvPr id="6" name="Rectangle 4">
            <a:extLst>
              <a:ext uri="{FF2B5EF4-FFF2-40B4-BE49-F238E27FC236}">
                <a16:creationId xmlns:a16="http://schemas.microsoft.com/office/drawing/2014/main" id="{48807BAE-5CF1-3A08-8DAE-E911D1F38BB7}"/>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graphicFrame>
        <p:nvGraphicFramePr>
          <p:cNvPr id="7" name="Object 6">
            <a:extLst>
              <a:ext uri="{FF2B5EF4-FFF2-40B4-BE49-F238E27FC236}">
                <a16:creationId xmlns:a16="http://schemas.microsoft.com/office/drawing/2014/main" id="{F9E237DE-D6BF-6450-9F2A-8C0D17E2FF7D}"/>
              </a:ext>
            </a:extLst>
          </p:cNvPr>
          <p:cNvGraphicFramePr>
            <a:graphicFrameLocks noChangeAspect="1"/>
          </p:cNvGraphicFramePr>
          <p:nvPr/>
        </p:nvGraphicFramePr>
        <p:xfrm>
          <a:off x="1152996" y="439007"/>
          <a:ext cx="8478684" cy="6178963"/>
        </p:xfrm>
        <a:graphic>
          <a:graphicData uri="http://schemas.openxmlformats.org/presentationml/2006/ole">
            <mc:AlternateContent xmlns:mc="http://schemas.openxmlformats.org/markup-compatibility/2006">
              <mc:Choice xmlns:v="urn:schemas-microsoft-com:vml" Requires="v">
                <p:oleObj r:id="rId2" imgW="5052060" imgH="3890772" progId="Visio.Drawing.11">
                  <p:embed/>
                </p:oleObj>
              </mc:Choice>
              <mc:Fallback>
                <p:oleObj r:id="rId2" imgW="5052060" imgH="3890772" progId="Visio.Drawing.11">
                  <p:embed/>
                  <p:pic>
                    <p:nvPicPr>
                      <p:cNvPr id="7" name="Object 6">
                        <a:extLst>
                          <a:ext uri="{FF2B5EF4-FFF2-40B4-BE49-F238E27FC236}">
                            <a16:creationId xmlns:a16="http://schemas.microsoft.com/office/drawing/2014/main" id="{F9E237DE-D6BF-6450-9F2A-8C0D17E2FF7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2996" y="439007"/>
                        <a:ext cx="8478684" cy="6178963"/>
                      </a:xfrm>
                      <a:prstGeom prst="rect">
                        <a:avLst/>
                      </a:prstGeom>
                      <a:noFill/>
                    </p:spPr>
                  </p:pic>
                </p:oleObj>
              </mc:Fallback>
            </mc:AlternateContent>
          </a:graphicData>
        </a:graphic>
      </p:graphicFrame>
    </p:spTree>
    <p:extLst>
      <p:ext uri="{BB962C8B-B14F-4D97-AF65-F5344CB8AC3E}">
        <p14:creationId xmlns:p14="http://schemas.microsoft.com/office/powerpoint/2010/main" val="203080012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7DA695F2-D68A-F601-CE35-75BD3486CAF4}"/>
              </a:ext>
            </a:extLst>
          </p:cNvPr>
          <p:cNvSpPr>
            <a:spLocks noChangeArrowheads="1"/>
          </p:cNvSpPr>
          <p:nvPr/>
        </p:nvSpPr>
        <p:spPr bwMode="auto">
          <a:xfrm>
            <a:off x="599767" y="678425"/>
            <a:ext cx="18563301"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GB"/>
          </a:p>
        </p:txBody>
      </p:sp>
      <p:graphicFrame>
        <p:nvGraphicFramePr>
          <p:cNvPr id="5" name="Object 4">
            <a:extLst>
              <a:ext uri="{FF2B5EF4-FFF2-40B4-BE49-F238E27FC236}">
                <a16:creationId xmlns:a16="http://schemas.microsoft.com/office/drawing/2014/main" id="{ED36D8C4-EE20-E3C1-D4DA-5B04ABE30867}"/>
              </a:ext>
            </a:extLst>
          </p:cNvPr>
          <p:cNvGraphicFramePr>
            <a:graphicFrameLocks noChangeAspect="1"/>
          </p:cNvGraphicFramePr>
          <p:nvPr/>
        </p:nvGraphicFramePr>
        <p:xfrm>
          <a:off x="1250007" y="200905"/>
          <a:ext cx="7030394" cy="5741489"/>
        </p:xfrm>
        <a:graphic>
          <a:graphicData uri="http://schemas.openxmlformats.org/presentationml/2006/ole">
            <mc:AlternateContent xmlns:mc="http://schemas.openxmlformats.org/markup-compatibility/2006">
              <mc:Choice xmlns:v="urn:schemas-microsoft-com:vml" Requires="v">
                <p:oleObj r:id="rId2" imgW="4371340" imgH="3578860" progId="Visio.Drawing.11">
                  <p:embed/>
                </p:oleObj>
              </mc:Choice>
              <mc:Fallback>
                <p:oleObj r:id="rId2" imgW="4371340" imgH="3578860" progId="Visio.Drawing.11">
                  <p:embed/>
                  <p:pic>
                    <p:nvPicPr>
                      <p:cNvPr id="5" name="Object 4">
                        <a:extLst>
                          <a:ext uri="{FF2B5EF4-FFF2-40B4-BE49-F238E27FC236}">
                            <a16:creationId xmlns:a16="http://schemas.microsoft.com/office/drawing/2014/main" id="{ED36D8C4-EE20-E3C1-D4DA-5B04ABE3086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0007" y="200905"/>
                        <a:ext cx="7030394" cy="5741489"/>
                      </a:xfrm>
                      <a:prstGeom prst="rect">
                        <a:avLst/>
                      </a:prstGeom>
                      <a:noFill/>
                    </p:spPr>
                  </p:pic>
                </p:oleObj>
              </mc:Fallback>
            </mc:AlternateContent>
          </a:graphicData>
        </a:graphic>
      </p:graphicFrame>
    </p:spTree>
    <p:extLst>
      <p:ext uri="{BB962C8B-B14F-4D97-AF65-F5344CB8AC3E}">
        <p14:creationId xmlns:p14="http://schemas.microsoft.com/office/powerpoint/2010/main" val="369339694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4">
            <a:extLst>
              <a:ext uri="{FF2B5EF4-FFF2-40B4-BE49-F238E27FC236}">
                <a16:creationId xmlns:a16="http://schemas.microsoft.com/office/drawing/2014/main" id="{C9626A51-079B-5335-215E-F44D171DC465}"/>
              </a:ext>
            </a:extLst>
          </p:cNvPr>
          <p:cNvSpPr>
            <a:spLocks noChangeArrowheads="1"/>
          </p:cNvSpPr>
          <p:nvPr/>
        </p:nvSpPr>
        <p:spPr bwMode="auto">
          <a:xfrm>
            <a:off x="1356850" y="884902"/>
            <a:ext cx="18248277"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GB"/>
          </a:p>
        </p:txBody>
      </p:sp>
      <p:pic>
        <p:nvPicPr>
          <p:cNvPr id="3" name="Picture 2">
            <a:extLst>
              <a:ext uri="{FF2B5EF4-FFF2-40B4-BE49-F238E27FC236}">
                <a16:creationId xmlns:a16="http://schemas.microsoft.com/office/drawing/2014/main" id="{9A255E9E-4789-F76E-CBE8-02B2F21F221A}"/>
              </a:ext>
            </a:extLst>
          </p:cNvPr>
          <p:cNvPicPr>
            <a:picLocks noChangeAspect="1"/>
          </p:cNvPicPr>
          <p:nvPr/>
        </p:nvPicPr>
        <p:blipFill>
          <a:blip r:embed="rId2"/>
          <a:stretch>
            <a:fillRect/>
          </a:stretch>
        </p:blipFill>
        <p:spPr>
          <a:xfrm>
            <a:off x="868729" y="1406541"/>
            <a:ext cx="7371031" cy="3794159"/>
          </a:xfrm>
          <a:prstGeom prst="rect">
            <a:avLst/>
          </a:prstGeom>
        </p:spPr>
      </p:pic>
      <p:sp>
        <p:nvSpPr>
          <p:cNvPr id="8" name="TextBox 7">
            <a:extLst>
              <a:ext uri="{FF2B5EF4-FFF2-40B4-BE49-F238E27FC236}">
                <a16:creationId xmlns:a16="http://schemas.microsoft.com/office/drawing/2014/main" id="{5532ED9D-6C48-D37C-7E7B-1EA5E31DDC48}"/>
              </a:ext>
            </a:extLst>
          </p:cNvPr>
          <p:cNvSpPr txBox="1"/>
          <p:nvPr/>
        </p:nvSpPr>
        <p:spPr>
          <a:xfrm>
            <a:off x="439169" y="238571"/>
            <a:ext cx="3159006" cy="646331"/>
          </a:xfrm>
          <a:prstGeom prst="rect">
            <a:avLst/>
          </a:prstGeom>
          <a:noFill/>
        </p:spPr>
        <p:txBody>
          <a:bodyPr wrap="none" rtlCol="0">
            <a:spAutoFit/>
          </a:bodyPr>
          <a:lstStyle/>
          <a:p>
            <a:r>
              <a:rPr lang="en-GB" sz="3600" b="1" u="sng" dirty="0"/>
              <a:t>Draughts Board</a:t>
            </a:r>
          </a:p>
        </p:txBody>
      </p:sp>
    </p:spTree>
    <p:extLst>
      <p:ext uri="{BB962C8B-B14F-4D97-AF65-F5344CB8AC3E}">
        <p14:creationId xmlns:p14="http://schemas.microsoft.com/office/powerpoint/2010/main" val="366768410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C541B88-1AE9-40C3-AFD5-967787C197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E5F17139-31EE-46AC-B04F-DBBD852DD6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890596"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Box 1"/>
          <p:cNvSpPr txBox="1"/>
          <p:nvPr/>
        </p:nvSpPr>
        <p:spPr>
          <a:xfrm>
            <a:off x="838200" y="1195697"/>
            <a:ext cx="3200400" cy="4238118"/>
          </a:xfrm>
          <a:prstGeom prst="rect">
            <a:avLst/>
          </a:prstGeom>
        </p:spPr>
        <p:txBody>
          <a:bodyPr vert="horz" lIns="91440" tIns="45720" rIns="91440" bIns="45720" rtlCol="0" anchor="ctr">
            <a:normAutofit/>
          </a:bodyPr>
          <a:lstStyle/>
          <a:p>
            <a:pPr defTabSz="914400">
              <a:lnSpc>
                <a:spcPct val="90000"/>
              </a:lnSpc>
              <a:spcBef>
                <a:spcPct val="0"/>
              </a:spcBef>
              <a:spcAft>
                <a:spcPts val="600"/>
              </a:spcAft>
            </a:pPr>
            <a:r>
              <a:rPr lang="en-US" sz="4400" b="1" kern="1200">
                <a:solidFill>
                  <a:schemeClr val="bg1"/>
                </a:solidFill>
                <a:latin typeface="+mj-lt"/>
                <a:ea typeface="+mj-ea"/>
                <a:cs typeface="+mj-cs"/>
              </a:rPr>
              <a:t>Section Summary</a:t>
            </a:r>
          </a:p>
        </p:txBody>
      </p:sp>
      <p:grpSp>
        <p:nvGrpSpPr>
          <p:cNvPr id="13" name="Graphic 38">
            <a:extLst>
              <a:ext uri="{FF2B5EF4-FFF2-40B4-BE49-F238E27FC236}">
                <a16:creationId xmlns:a16="http://schemas.microsoft.com/office/drawing/2014/main" id="{7CF625D3-71A3-4F30-A096-8EF334E959D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02912"/>
            <a:ext cx="1910252" cy="709660"/>
            <a:chOff x="2267504" y="2540250"/>
            <a:chExt cx="1990951" cy="739640"/>
          </a:xfrm>
          <a:solidFill>
            <a:schemeClr val="bg1"/>
          </a:solidFill>
        </p:grpSpPr>
        <p:sp>
          <p:nvSpPr>
            <p:cNvPr id="14" name="Freeform: Shape 13">
              <a:extLst>
                <a:ext uri="{FF2B5EF4-FFF2-40B4-BE49-F238E27FC236}">
                  <a16:creationId xmlns:a16="http://schemas.microsoft.com/office/drawing/2014/main" id="{C6754E2F-F56E-4BA3-99DD-8EBF110E34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54025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5835 h 286230"/>
                <a:gd name="connsiteX8" fmla="*/ 255835 w 1990951"/>
                <a:gd name="connsiteY8" fmla="*/ 0 h 286230"/>
                <a:gd name="connsiteX9" fmla="*/ 504071 w 1990951"/>
                <a:gd name="connsiteY9" fmla="*/ 245703 h 286230"/>
                <a:gd name="connsiteX10" fmla="*/ 749773 w 1990951"/>
                <a:gd name="connsiteY10" fmla="*/ 0 h 286230"/>
                <a:gd name="connsiteX11" fmla="*/ 995476 w 1990951"/>
                <a:gd name="connsiteY11" fmla="*/ 245703 h 286230"/>
                <a:gd name="connsiteX12" fmla="*/ 1243712 w 1990951"/>
                <a:gd name="connsiteY12" fmla="*/ 0 h 286230"/>
                <a:gd name="connsiteX13" fmla="*/ 1489414 w 1990951"/>
                <a:gd name="connsiteY13" fmla="*/ 245703 h 286230"/>
                <a:gd name="connsiteX14" fmla="*/ 1735117 w 1990951"/>
                <a:gd name="connsiteY14" fmla="*/ 0 h 286230"/>
                <a:gd name="connsiteX15" fmla="*/ 1990952 w 1990951"/>
                <a:gd name="connsiteY15" fmla="*/ 255835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grpFill/>
            <a:ln w="25320" cap="flat">
              <a:noFill/>
              <a:prstDash val="solid"/>
              <a:miter/>
            </a:ln>
          </p:spPr>
          <p:txBody>
            <a:bodyPr rtlCol="0" anchor="ctr"/>
            <a:lstStyle/>
            <a:p>
              <a:endParaRPr lang="en-US" dirty="0"/>
            </a:p>
          </p:txBody>
        </p:sp>
        <p:sp>
          <p:nvSpPr>
            <p:cNvPr id="15" name="Freeform: Shape 14">
              <a:extLst>
                <a:ext uri="{FF2B5EF4-FFF2-40B4-BE49-F238E27FC236}">
                  <a16:creationId xmlns:a16="http://schemas.microsoft.com/office/drawing/2014/main" id="{24A69059-7C49-49C6-B071-F2A9B558E0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99366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8368 h 286230"/>
                <a:gd name="connsiteX8" fmla="*/ 255835 w 1990951"/>
                <a:gd name="connsiteY8" fmla="*/ 0 h 286230"/>
                <a:gd name="connsiteX9" fmla="*/ 504071 w 1990951"/>
                <a:gd name="connsiteY9" fmla="*/ 248236 h 286230"/>
                <a:gd name="connsiteX10" fmla="*/ 749773 w 1990951"/>
                <a:gd name="connsiteY10" fmla="*/ 0 h 286230"/>
                <a:gd name="connsiteX11" fmla="*/ 995476 w 1990951"/>
                <a:gd name="connsiteY11" fmla="*/ 248236 h 286230"/>
                <a:gd name="connsiteX12" fmla="*/ 1243712 w 1990951"/>
                <a:gd name="connsiteY12" fmla="*/ 0 h 286230"/>
                <a:gd name="connsiteX13" fmla="*/ 1489414 w 1990951"/>
                <a:gd name="connsiteY13" fmla="*/ 248236 h 286230"/>
                <a:gd name="connsiteX14" fmla="*/ 1735117 w 1990951"/>
                <a:gd name="connsiteY14" fmla="*/ 0 h 286230"/>
                <a:gd name="connsiteX15" fmla="*/ 1990952 w 1990951"/>
                <a:gd name="connsiteY15" fmla="*/ 258368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grpFill/>
            <a:ln w="25320" cap="flat">
              <a:noFill/>
              <a:prstDash val="solid"/>
              <a:miter/>
            </a:ln>
          </p:spPr>
          <p:txBody>
            <a:bodyPr rtlCol="0" anchor="ctr"/>
            <a:lstStyle/>
            <a:p>
              <a:endParaRPr lang="en-US"/>
            </a:p>
          </p:txBody>
        </p:sp>
      </p:grpSp>
      <p:sp>
        <p:nvSpPr>
          <p:cNvPr id="17" name="Oval 16">
            <a:extLst>
              <a:ext uri="{FF2B5EF4-FFF2-40B4-BE49-F238E27FC236}">
                <a16:creationId xmlns:a16="http://schemas.microsoft.com/office/drawing/2014/main" id="{89D16701-DA76-4F72-BB63-E2C3FFBDFE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260" y="4752208"/>
            <a:ext cx="365021" cy="365021"/>
          </a:xfrm>
          <a:prstGeom prst="ellipse">
            <a:avLst/>
          </a:pr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9" name="Oval 18">
            <a:extLst>
              <a:ext uri="{FF2B5EF4-FFF2-40B4-BE49-F238E27FC236}">
                <a16:creationId xmlns:a16="http://schemas.microsoft.com/office/drawing/2014/main" id="{1CC28BE1-9DC6-43FE-9582-39F091098D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260" y="4752208"/>
            <a:ext cx="365021" cy="365021"/>
          </a:xfrm>
          <a:prstGeom prst="ellipse">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21" name="Graphic 4">
            <a:extLst>
              <a:ext uri="{FF2B5EF4-FFF2-40B4-BE49-F238E27FC236}">
                <a16:creationId xmlns:a16="http://schemas.microsoft.com/office/drawing/2014/main" id="{AF9AF3F3-CE0C-4125-BDD7-346487FA0B4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09667" y="5539935"/>
            <a:ext cx="975169" cy="975171"/>
            <a:chOff x="5829300" y="3162300"/>
            <a:chExt cx="532256" cy="532257"/>
          </a:xfrm>
          <a:solidFill>
            <a:schemeClr val="bg1"/>
          </a:solidFill>
        </p:grpSpPr>
        <p:sp>
          <p:nvSpPr>
            <p:cNvPr id="22" name="Freeform: Shape 21">
              <a:extLst>
                <a:ext uri="{FF2B5EF4-FFF2-40B4-BE49-F238E27FC236}">
                  <a16:creationId xmlns:a16="http://schemas.microsoft.com/office/drawing/2014/main" id="{B31DFBFA-CF4D-4940-9086-26F83E5C6B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9208" y="3192208"/>
              <a:ext cx="112966" cy="11296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27854033-BD20-4C77-8C5B-048F4B3BDD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1205" y="3164205"/>
              <a:ext cx="230314" cy="230314"/>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BC93AA74-BEB3-444F-835B-7AA6ECE617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29300" y="3162300"/>
              <a:ext cx="294131" cy="294131"/>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F00DF1C9-6952-4704-B8B3-95406E18E4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7205" y="3170110"/>
              <a:ext cx="337184" cy="337280"/>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B34783FD-297C-40D2-964B-DBAE4DE283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3207" y="3186207"/>
              <a:ext cx="364617" cy="364617"/>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DE621623-0357-4FD5-A1AC-4005010259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5305" y="3208305"/>
              <a:ext cx="380238" cy="380238"/>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024F346E-10A0-458F-A9CA-8C0079472F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02832" y="3235832"/>
              <a:ext cx="385191" cy="385191"/>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7937A2F7-01A9-47F3-BED6-B61D998408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35789" y="3268313"/>
              <a:ext cx="379761" cy="380237"/>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5B44DAF8-5073-441A-82E1-180385D35F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2841" y="3305841"/>
              <a:ext cx="364807" cy="364807"/>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52B0413D-0E36-4A90-8E6A-9EDC676A60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16370" y="3349466"/>
              <a:ext cx="337280" cy="337280"/>
            </a:xfrm>
            <a:custGeom>
              <a:avLst/>
              <a:gdLst>
                <a:gd name="connsiteX0" fmla="*/ 333470 w 337280"/>
                <a:gd name="connsiteY0" fmla="*/ 0 h 337280"/>
                <a:gd name="connsiteX1" fmla="*/ 337280 w 337280"/>
                <a:gd name="connsiteY1" fmla="*/ 13430 h 337280"/>
                <a:gd name="connsiteX2" fmla="*/ 13430 w 337280"/>
                <a:gd name="connsiteY2" fmla="*/ 337280 h 337280"/>
                <a:gd name="connsiteX3" fmla="*/ 0 w 337280"/>
                <a:gd name="connsiteY3" fmla="*/ 333470 h 337280"/>
              </a:gdLst>
              <a:ahLst/>
              <a:cxnLst>
                <a:cxn ang="0">
                  <a:pos x="connsiteX0" y="connsiteY0"/>
                </a:cxn>
                <a:cxn ang="0">
                  <a:pos x="connsiteX1" y="connsiteY1"/>
                </a:cxn>
                <a:cxn ang="0">
                  <a:pos x="connsiteX2" y="connsiteY2"/>
                </a:cxn>
                <a:cxn ang="0">
                  <a:pos x="connsiteX3" y="connsiteY3"/>
                </a:cxn>
              </a:cxnLst>
              <a:rect l="l" t="t" r="r" b="b"/>
              <a:pathLst>
                <a:path w="337280" h="337280">
                  <a:moveTo>
                    <a:pt x="333470" y="0"/>
                  </a:moveTo>
                  <a:cubicBezTo>
                    <a:pt x="334899" y="4382"/>
                    <a:pt x="336137" y="8858"/>
                    <a:pt x="337280" y="13430"/>
                  </a:cubicBezTo>
                  <a:lnTo>
                    <a:pt x="13430" y="337280"/>
                  </a:lnTo>
                  <a:cubicBezTo>
                    <a:pt x="8858" y="336137"/>
                    <a:pt x="4382" y="334899"/>
                    <a:pt x="0" y="333470"/>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86059ECF-0D50-48AD-B67A-645EC29D33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67329" y="3400425"/>
              <a:ext cx="294227" cy="294132"/>
            </a:xfrm>
            <a:custGeom>
              <a:avLst/>
              <a:gdLst>
                <a:gd name="connsiteX0" fmla="*/ 292989 w 294227"/>
                <a:gd name="connsiteY0" fmla="*/ 0 h 294132"/>
                <a:gd name="connsiteX1" fmla="*/ 294227 w 294227"/>
                <a:gd name="connsiteY1" fmla="*/ 15907 h 294132"/>
                <a:gd name="connsiteX2" fmla="*/ 15907 w 294227"/>
                <a:gd name="connsiteY2" fmla="*/ 294132 h 294132"/>
                <a:gd name="connsiteX3" fmla="*/ 0 w 294227"/>
                <a:gd name="connsiteY3" fmla="*/ 292894 h 294132"/>
              </a:gdLst>
              <a:ahLst/>
              <a:cxnLst>
                <a:cxn ang="0">
                  <a:pos x="connsiteX0" y="connsiteY0"/>
                </a:cxn>
                <a:cxn ang="0">
                  <a:pos x="connsiteX1" y="connsiteY1"/>
                </a:cxn>
                <a:cxn ang="0">
                  <a:pos x="connsiteX2" y="connsiteY2"/>
                </a:cxn>
                <a:cxn ang="0">
                  <a:pos x="connsiteX3" y="connsiteY3"/>
                </a:cxn>
              </a:cxnLst>
              <a:rect l="l" t="t" r="r" b="b"/>
              <a:pathLst>
                <a:path w="294227" h="294132">
                  <a:moveTo>
                    <a:pt x="292989" y="0"/>
                  </a:moveTo>
                  <a:cubicBezTo>
                    <a:pt x="293561" y="5334"/>
                    <a:pt x="293942" y="10668"/>
                    <a:pt x="294227" y="15907"/>
                  </a:cubicBezTo>
                  <a:lnTo>
                    <a:pt x="15907" y="294132"/>
                  </a:lnTo>
                  <a:cubicBezTo>
                    <a:pt x="10668" y="294132"/>
                    <a:pt x="5334" y="293465"/>
                    <a:pt x="0" y="292894"/>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B394906F-6BF2-447E-9886-F12708E128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29337" y="3462337"/>
              <a:ext cx="230314" cy="230314"/>
            </a:xfrm>
            <a:custGeom>
              <a:avLst/>
              <a:gdLst>
                <a:gd name="connsiteX0" fmla="*/ 230315 w 230314"/>
                <a:gd name="connsiteY0" fmla="*/ 0 h 230314"/>
                <a:gd name="connsiteX1" fmla="*/ 226886 w 230314"/>
                <a:gd name="connsiteY1" fmla="*/ 20574 h 230314"/>
                <a:gd name="connsiteX2" fmla="*/ 20669 w 230314"/>
                <a:gd name="connsiteY2" fmla="*/ 226790 h 230314"/>
                <a:gd name="connsiteX3" fmla="*/ 0 w 230314"/>
                <a:gd name="connsiteY3" fmla="*/ 230315 h 230314"/>
              </a:gdLst>
              <a:ahLst/>
              <a:cxnLst>
                <a:cxn ang="0">
                  <a:pos x="connsiteX0" y="connsiteY0"/>
                </a:cxn>
                <a:cxn ang="0">
                  <a:pos x="connsiteX1" y="connsiteY1"/>
                </a:cxn>
                <a:cxn ang="0">
                  <a:pos x="connsiteX2" y="connsiteY2"/>
                </a:cxn>
                <a:cxn ang="0">
                  <a:pos x="connsiteX3" y="connsiteY3"/>
                </a:cxn>
              </a:cxnLst>
              <a:rect l="l" t="t" r="r" b="b"/>
              <a:pathLst>
                <a:path w="230314" h="230314">
                  <a:moveTo>
                    <a:pt x="230315" y="0"/>
                  </a:moveTo>
                  <a:cubicBezTo>
                    <a:pt x="229457" y="6953"/>
                    <a:pt x="228314" y="13716"/>
                    <a:pt x="226886" y="20574"/>
                  </a:cubicBezTo>
                  <a:lnTo>
                    <a:pt x="20669" y="226790"/>
                  </a:lnTo>
                  <a:cubicBezTo>
                    <a:pt x="13811" y="228314"/>
                    <a:pt x="6953" y="229457"/>
                    <a:pt x="0" y="230315"/>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A45EB96B-215A-4EBF-A594-2B08222339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18682" y="3551682"/>
              <a:ext cx="112871" cy="112871"/>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9525" cap="flat">
              <a:noFill/>
              <a:prstDash val="solid"/>
              <a:miter/>
            </a:ln>
          </p:spPr>
          <p:txBody>
            <a:bodyPr rtlCol="0" anchor="ctr"/>
            <a:lstStyle/>
            <a:p>
              <a:endParaRPr lang="en-US" dirty="0"/>
            </a:p>
          </p:txBody>
        </p:sp>
      </p:grpSp>
      <p:graphicFrame>
        <p:nvGraphicFramePr>
          <p:cNvPr id="5" name="TextBox 2">
            <a:extLst>
              <a:ext uri="{FF2B5EF4-FFF2-40B4-BE49-F238E27FC236}">
                <a16:creationId xmlns:a16="http://schemas.microsoft.com/office/drawing/2014/main" id="{EED4B64A-9D52-5BFD-CAFF-D656DE40997B}"/>
              </a:ext>
            </a:extLst>
          </p:cNvPr>
          <p:cNvGraphicFramePr/>
          <p:nvPr>
            <p:extLst>
              <p:ext uri="{D42A27DB-BD31-4B8C-83A1-F6EECF244321}">
                <p14:modId xmlns:p14="http://schemas.microsoft.com/office/powerpoint/2010/main" val="472942062"/>
              </p:ext>
            </p:extLst>
          </p:nvPr>
        </p:nvGraphicFramePr>
        <p:xfrm>
          <a:off x="5484139" y="477540"/>
          <a:ext cx="6301601" cy="587880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7517A47C-B2E5-4B79-8061-D74B1311A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6" name="Freeform: Shape 25">
            <a:extLst>
              <a:ext uri="{FF2B5EF4-FFF2-40B4-BE49-F238E27FC236}">
                <a16:creationId xmlns:a16="http://schemas.microsoft.com/office/drawing/2014/main" id="{C505E780-2083-4CB5-A42A-5E0E2908EC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8" name="Freeform: Shape 27">
            <a:extLst>
              <a:ext uri="{FF2B5EF4-FFF2-40B4-BE49-F238E27FC236}">
                <a16:creationId xmlns:a16="http://schemas.microsoft.com/office/drawing/2014/main" id="{D2C0AE1C-0118-41AE-8A10-7CDCBF10E9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extBox 1"/>
          <p:cNvSpPr txBox="1"/>
          <p:nvPr/>
        </p:nvSpPr>
        <p:spPr>
          <a:xfrm>
            <a:off x="621792" y="1161288"/>
            <a:ext cx="3602736" cy="4526280"/>
          </a:xfrm>
          <a:prstGeom prst="rect">
            <a:avLst/>
          </a:prstGeom>
        </p:spPr>
        <p:txBody>
          <a:bodyPr vert="horz" lIns="91440" tIns="45720" rIns="91440" bIns="45720" rtlCol="0" anchor="ctr">
            <a:normAutofit/>
          </a:bodyPr>
          <a:lstStyle/>
          <a:p>
            <a:pPr defTabSz="914400">
              <a:lnSpc>
                <a:spcPct val="90000"/>
              </a:lnSpc>
              <a:spcBef>
                <a:spcPct val="0"/>
              </a:spcBef>
              <a:spcAft>
                <a:spcPts val="600"/>
              </a:spcAft>
            </a:pPr>
            <a:r>
              <a:rPr lang="en-US" sz="4000" b="1" kern="1200">
                <a:solidFill>
                  <a:schemeClr val="tx1"/>
                </a:solidFill>
                <a:latin typeface="+mj-lt"/>
                <a:ea typeface="+mj-ea"/>
                <a:cs typeface="+mj-cs"/>
              </a:rPr>
              <a:t>Lab Task 3</a:t>
            </a:r>
          </a:p>
        </p:txBody>
      </p:sp>
      <p:sp>
        <p:nvSpPr>
          <p:cNvPr id="30" name="Rectangle 29">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081528"/>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TextBox 2">
            <a:extLst>
              <a:ext uri="{FF2B5EF4-FFF2-40B4-BE49-F238E27FC236}">
                <a16:creationId xmlns:a16="http://schemas.microsoft.com/office/drawing/2014/main" id="{C582221B-CA1A-2F2B-B2B9-D53A3777E5F0}"/>
              </a:ext>
            </a:extLst>
          </p:cNvPr>
          <p:cNvGraphicFramePr/>
          <p:nvPr>
            <p:extLst>
              <p:ext uri="{D42A27DB-BD31-4B8C-83A1-F6EECF244321}">
                <p14:modId xmlns:p14="http://schemas.microsoft.com/office/powerpoint/2010/main" val="2432602571"/>
              </p:ext>
            </p:extLst>
          </p:nvPr>
        </p:nvGraphicFramePr>
        <p:xfrm>
          <a:off x="5303520" y="676656"/>
          <a:ext cx="6364224" cy="551383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theme/theme1.xml><?xml version="1.0" encoding="utf-8"?>
<a:theme xmlns:a="http://schemas.openxmlformats.org/drawingml/2006/main" name="Cover Slides - Business/Marketing">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6ECD9A05-B13E-4324-B75B-08409513F68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1783</Words>
  <Application>Microsoft Office PowerPoint</Application>
  <PresentationFormat>Widescreen</PresentationFormat>
  <Paragraphs>270</Paragraphs>
  <Slides>33</Slides>
  <Notes>9</Notes>
  <HiddenSlides>0</HiddenSlides>
  <MMClips>0</MMClips>
  <ScaleCrop>false</ScaleCrop>
  <HeadingPairs>
    <vt:vector size="8" baseType="variant">
      <vt:variant>
        <vt:lpstr>Fonts Used</vt:lpstr>
      </vt:variant>
      <vt:variant>
        <vt:i4>10</vt:i4>
      </vt:variant>
      <vt:variant>
        <vt:lpstr>Theme</vt:lpstr>
      </vt:variant>
      <vt:variant>
        <vt:i4>2</vt:i4>
      </vt:variant>
      <vt:variant>
        <vt:lpstr>Embedded OLE Servers</vt:lpstr>
      </vt:variant>
      <vt:variant>
        <vt:i4>1</vt:i4>
      </vt:variant>
      <vt:variant>
        <vt:lpstr>Slide Titles</vt:lpstr>
      </vt:variant>
      <vt:variant>
        <vt:i4>33</vt:i4>
      </vt:variant>
    </vt:vector>
  </HeadingPairs>
  <TitlesOfParts>
    <vt:vector size="46" baseType="lpstr">
      <vt:lpstr>Aptos</vt:lpstr>
      <vt:lpstr>Arial</vt:lpstr>
      <vt:lpstr>Calibri</vt:lpstr>
      <vt:lpstr>Consolas</vt:lpstr>
      <vt:lpstr>Courier New</vt:lpstr>
      <vt:lpstr>Google Sans</vt:lpstr>
      <vt:lpstr>Krana Fat B</vt:lpstr>
      <vt:lpstr>Montserrat</vt:lpstr>
      <vt:lpstr>Times New Roman</vt:lpstr>
      <vt:lpstr>Wingdings</vt:lpstr>
      <vt:lpstr>Cover Slides - Business/Marketing</vt:lpstr>
      <vt:lpstr>Office Theme</vt:lpstr>
      <vt:lpstr>Visio.Drawing.11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What Is a Use Case diagram?</vt:lpstr>
      <vt:lpstr>Key Elements</vt:lpstr>
      <vt:lpstr>Example: Online Shopping </vt:lpstr>
      <vt:lpstr>Why Use Case Diagrams Matter</vt:lpstr>
      <vt:lpstr>UML  Class Diagram</vt:lpstr>
      <vt:lpstr>PowerPoint Presentation</vt:lpstr>
      <vt:lpstr>PowerPoint Presentation</vt:lpstr>
      <vt:lpstr>Why Build UML Class Models?</vt:lpstr>
      <vt:lpstr>UML Class Association</vt:lpstr>
      <vt:lpstr>Dependency - looser association</vt:lpstr>
      <vt:lpstr>UML Dependency  - another example</vt:lpstr>
      <vt:lpstr>Dependency – reducing hard coupling</vt:lpstr>
      <vt:lpstr>Interface Notation in UML</vt:lpstr>
      <vt:lpstr>Abstract Base Class</vt:lpstr>
      <vt:lpstr>What is the Difference ?</vt:lpstr>
      <vt:lpstr>Aggregation</vt:lpstr>
      <vt:lpstr>Composition – Delegation of work to other objects</vt:lpstr>
      <vt:lpstr>Aggregation</vt:lpstr>
      <vt:lpstr>Quiz</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mike baradaran</dc:creator>
  <cp:keywords/>
  <dc:description>generated using python-pptx</dc:description>
  <cp:lastModifiedBy>mike baradaran</cp:lastModifiedBy>
  <cp:revision>18</cp:revision>
  <dcterms:created xsi:type="dcterms:W3CDTF">2013-01-27T09:14:16Z</dcterms:created>
  <dcterms:modified xsi:type="dcterms:W3CDTF">2026-04-21T16:44:22Z</dcterms:modified>
  <cp:category/>
</cp:coreProperties>
</file>